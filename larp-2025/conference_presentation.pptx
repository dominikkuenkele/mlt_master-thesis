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de-DE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>
          <p15:clr>
            <a:srgbClr val="A4A3A4"/>
          </p15:clr>
        </p15:guide>
        <p15:guide id="2" pos="1685">
          <p15:clr>
            <a:srgbClr val="A4A3A4"/>
          </p15:clr>
        </p15:guide>
        <p15:guide id="3" pos="3840">
          <p15:clr>
            <a:srgbClr val="A4A3A4"/>
          </p15:clr>
        </p15:guide>
        <p15:guide id="4" pos="599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68"/>
  </p:normalViewPr>
  <p:slideViewPr>
    <p:cSldViewPr snapToGrid="0">
      <p:cViewPr varScale="1">
        <p:scale>
          <a:sx n="126" d="100"/>
          <a:sy n="126" d="100"/>
        </p:scale>
        <p:origin x="232" y="216"/>
      </p:cViewPr>
      <p:guideLst>
        <p:guide orient="horz" pos="3360"/>
        <p:guide pos="1685"/>
        <p:guide pos="3840"/>
        <p:guide pos="599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30F6048-6F8A-4683-A7AB-9FF3D1DE1A65}" type="datetime1">
              <a:rPr lang="de-DE"/>
              <a:t>08.09.25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4B9A9E5-4F7F-4A7D-9DE1-899232329269}" type="slidenum">
              <a:rPr lang="de-DE"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D4B9A9E5-4F7F-4A7D-9DE1-899232329269}" type="slidenum">
              <a:rPr lang="de-DE"/>
              <a:t>1</a:t>
            </a:fld>
            <a:endParaRPr 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39154B-C19A-9827-7627-FD7855858EF6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971775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643805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64976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C9257B-8B59-4241-0707-74FEAD964E48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6357DB-D7E5-6F2C-D55C-E4896C7D1681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096024-31DD-36AC-2792-3F8ED87F5F91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746293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767791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73701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CE77A0-0819-2AA6-A0B1-90AC1DF64B17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68891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763374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5785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724423-267D-5F30-C6F9-56526BFB00A9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83971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7778651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3875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C41A64-387D-CE2C-E9A0-4C4E7A6209EA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41313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63151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55244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F05040-EC62-DD7B-812D-DCA9F92C96ED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904481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7128216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45038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8ADBE2-D943-BFCA-F6B8-173A7DE1FF97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636972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5551681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34928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4D26F9-FAA3-03E4-6FC0-C7EC33EFC313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70868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0546628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48543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E4140B-477D-7387-C760-2A2C969B2899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17628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360582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038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F0AB91-820A-41D5-4869-640341318146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249283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549040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7690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0C7D54-54F5-5610-81CD-BD1B78151026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8615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7450502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0595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12A73B-7051-A4E8-19EB-1F3D7AFC49E5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97837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8805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1040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8F875D-577F-75FC-C2A4-301ECE63D786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69117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292640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6294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EE6E3C-EC24-85E0-0380-8633A00C71C0}" type="slidenum">
              <a:rPr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566968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741723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2552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03B7C2-5E8D-1D95-50A9-B71A0166F837}" type="slidenum">
              <a:rPr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513816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038590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4208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E65B24-E3C0-CFEF-9E68-53E0988F24D5}" type="slidenum">
              <a:rPr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25909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742150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80180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A77DF8-F372-E050-4FBC-9A0C35DEF549}" type="slidenum">
              <a:rPr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618935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0619752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317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B6FCF5-71D3-FC43-62C9-DED1799F9B92}" type="slidenum">
              <a:rPr/>
              <a:t>21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8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elfoli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Formatvorlage des Untertitelmasters durch Klicken bearbeiten</a:t>
            </a:r>
            <a:endParaRPr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 bwMode="auto">
          <a:xfrm>
            <a:off x="0" y="0"/>
            <a:ext cx="9488312" cy="5054322"/>
          </a:xfrm>
          <a:prstGeom prst="rect">
            <a:avLst/>
          </a:prstGeom>
        </p:spPr>
      </p:pic>
      <p:sp>
        <p:nvSpPr>
          <p:cNvPr id="4" name="Titel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agesordnu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Grafik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69"/>
          <a:stretch/>
        </p:blipFill>
        <p:spPr bwMode="auto"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333499" y="1020445"/>
            <a:ext cx="3171825" cy="1325563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2800" spc="1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endParaRPr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fld id="{B5CEABB6-07DC-46E8-9B57-56EC44A396E5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Zeitachs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Grafik 10"/>
          <p:cNvSpPr/>
          <p:nvPr/>
        </p:nvSpPr>
        <p:spPr bwMode="auto"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 extrusionOk="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838200" y="5509418"/>
            <a:ext cx="4082142" cy="585788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lang="en-US" sz="2800" cap="all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/>
              <a:t>TITEL DURCH KLICKEN BEARBEITEN</a:t>
            </a:r>
            <a:endParaRPr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DURCH KLICKEN BEARBEITEN</a:t>
            </a:r>
            <a:endParaRPr/>
          </a:p>
        </p:txBody>
      </p:sp>
      <p:sp>
        <p:nvSpPr>
          <p:cNvPr id="17" name="Textplatzhalter 15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DURCH KLICKEN BEARBEITEN</a:t>
            </a:r>
            <a:endParaRPr/>
          </a:p>
        </p:txBody>
      </p:sp>
      <p:sp>
        <p:nvSpPr>
          <p:cNvPr id="18" name="Textplatzhalter 15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DURCH KLICKEN BEARBEITEN</a:t>
            </a:r>
            <a:endParaRPr/>
          </a:p>
        </p:txBody>
      </p:sp>
      <p:sp>
        <p:nvSpPr>
          <p:cNvPr id="19" name="Textplatzhalter 15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DURCH KLICKEN BEARBEITEN</a:t>
            </a:r>
            <a:endParaRPr/>
          </a:p>
        </p:txBody>
      </p:sp>
      <p:sp>
        <p:nvSpPr>
          <p:cNvPr id="34" name="Textplatzhalter 15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</p:txBody>
      </p:sp>
      <p:sp>
        <p:nvSpPr>
          <p:cNvPr id="35" name="Textplatzhalter 15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</p:txBody>
      </p:sp>
      <p:sp>
        <p:nvSpPr>
          <p:cNvPr id="36" name="Textplatzhalter 15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</p:txBody>
      </p:sp>
      <p:sp>
        <p:nvSpPr>
          <p:cNvPr id="37" name="Textplatzhalter 15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</p:txBody>
      </p:sp>
      <p:cxnSp>
        <p:nvCxnSpPr>
          <p:cNvPr id="3" name="Gerader Verbinder 2"/>
          <p:cNvCxnSpPr>
            <a:cxnSpLocks/>
          </p:cNvCxnSpPr>
          <p:nvPr/>
        </p:nvCxnSpPr>
        <p:spPr bwMode="auto"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Gerader Verbinder 3"/>
          <p:cNvCxnSpPr>
            <a:cxnSpLocks/>
          </p:cNvCxnSpPr>
          <p:nvPr/>
        </p:nvCxnSpPr>
        <p:spPr bwMode="auto"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Gerader Verbinder 7"/>
          <p:cNvCxnSpPr>
            <a:cxnSpLocks/>
          </p:cNvCxnSpPr>
          <p:nvPr/>
        </p:nvCxnSpPr>
        <p:spPr bwMode="auto"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Gerader Verbinder 8"/>
          <p:cNvCxnSpPr>
            <a:cxnSpLocks/>
          </p:cNvCxnSpPr>
          <p:nvPr/>
        </p:nvCxnSpPr>
        <p:spPr bwMode="auto"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>
          <a:xfrm>
            <a:off x="6155822" y="6356349"/>
            <a:ext cx="3946379" cy="365124"/>
          </a:xfrm>
        </p:spPr>
        <p:txBody>
          <a:bodyPr rtlCol="0"/>
          <a:lstStyle>
            <a:lvl1pPr algn="l">
              <a:defRPr sz="900"/>
            </a:lvl1pPr>
          </a:lstStyle>
          <a:p>
            <a:pPr>
              <a:defRPr/>
            </a:pPr>
            <a:endParaRPr sz="90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fld id="{B5CEABB6-07DC-46E8-9B57-56EC44A396E5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Inhalt 2 Spal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508759" y="4156405"/>
            <a:ext cx="3139440" cy="1325563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algn="l">
              <a:defRPr lang="en-US" sz="28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15" name="Textplatzhalter 15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de-DE"/>
              <a:t>UNTERTITEL DURCH KLICKEN HINZUFÜGEN</a:t>
            </a:r>
            <a:endParaRPr/>
          </a:p>
        </p:txBody>
      </p:sp>
      <p:sp>
        <p:nvSpPr>
          <p:cNvPr id="17" name="Textplatzhalter 18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Klicken Sie, um Text hinzuzufügen.</a:t>
            </a:r>
            <a:endParaRPr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de-DE"/>
              <a:t>UNTERTITEL DURCH KLICKEN HINZUFÜGEN</a:t>
            </a:r>
            <a:endParaRPr/>
          </a:p>
        </p:txBody>
      </p:sp>
      <p:sp>
        <p:nvSpPr>
          <p:cNvPr id="18" name="Textplatzhalter 18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Klicken Sie, um Text hinzuzufügen.</a:t>
            </a:r>
            <a:endParaRPr/>
          </a:p>
        </p:txBody>
      </p:sp>
      <p:sp>
        <p:nvSpPr>
          <p:cNvPr id="19" name="Textplatzhalter 15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de-DE"/>
              <a:t>UNTERTITEL DURCH KLICKEN HINZUFÜGEN</a:t>
            </a:r>
            <a:endParaRPr/>
          </a:p>
        </p:txBody>
      </p:sp>
      <p:sp>
        <p:nvSpPr>
          <p:cNvPr id="20" name="Textplatzhalter 1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Klicken Sie, um Text hinzuzufügen.</a:t>
            </a:r>
            <a:endParaRPr/>
          </a:p>
        </p:txBody>
      </p:sp>
      <p:sp>
        <p:nvSpPr>
          <p:cNvPr id="23" name="Textplatzhalter 1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de-DE"/>
              <a:t>UNTERTITEL DURCH KLICKEN HINZUFÜGEN</a:t>
            </a:r>
            <a:endParaRPr/>
          </a:p>
        </p:txBody>
      </p:sp>
      <p:sp>
        <p:nvSpPr>
          <p:cNvPr id="24" name="Textplatzhalter 1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Klicken Sie, um Text hinzuzufügen.</a:t>
            </a:r>
            <a:endParaRPr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20"/>
          </p:nvPr>
        </p:nvSpPr>
        <p:spPr bwMode="auto"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endParaRPr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1"/>
          </p:nvPr>
        </p:nvSpPr>
        <p:spPr bwMode="auto">
          <a:xfrm>
            <a:off x="7065519" y="6356349"/>
            <a:ext cx="3340377" cy="365124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endParaRPr sz="9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22"/>
          </p:nvPr>
        </p:nvSpPr>
        <p:spPr bwMode="auto"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fld id="{B5CEABB6-07DC-46E8-9B57-56EC44A396E5}" type="slidenum">
              <a:rPr lang="de-DE"/>
              <a:t>‹Nr.›</a:t>
            </a:fld>
            <a:endParaRPr lang="de-DE"/>
          </a:p>
        </p:txBody>
      </p: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 bwMode="auto">
          <a:xfrm>
            <a:off x="-4696" y="-1"/>
            <a:ext cx="4896735" cy="438594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Einführun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362075" y="1671639"/>
            <a:ext cx="5111750" cy="120491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lang="en-US" sz="28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</p:txBody>
      </p:sp>
      <p:cxnSp>
        <p:nvCxnSpPr>
          <p:cNvPr id="14" name="Gerader Verbinder 13"/>
          <p:cNvCxnSpPr>
            <a:cxnSpLocks/>
          </p:cNvCxnSpPr>
          <p:nvPr/>
        </p:nvCxnSpPr>
        <p:spPr bwMode="auto"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/>
          <p:cNvCxnSpPr>
            <a:cxnSpLocks/>
          </p:cNvCxnSpPr>
          <p:nvPr/>
        </p:nvCxnSpPr>
        <p:spPr bwMode="auto">
          <a:xfrm flipH="1">
            <a:off x="6953250" y="-25401"/>
            <a:ext cx="3790949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umsplatzhalter 6"/>
          <p:cNvSpPr>
            <a:spLocks noGrp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endParaRPr dirty="0"/>
          </a:p>
        </p:txBody>
      </p:sp>
      <p:sp>
        <p:nvSpPr>
          <p:cNvPr id="10" name="Fußzeilenplatzhalter 7"/>
          <p:cNvSpPr>
            <a:spLocks noGrp="1"/>
          </p:cNvSpPr>
          <p:nvPr>
            <p:ph type="ftr" sz="quarter" idx="11"/>
          </p:nvPr>
        </p:nvSpPr>
        <p:spPr bwMode="auto">
          <a:xfrm>
            <a:off x="4009975" y="6356349"/>
            <a:ext cx="4158935" cy="365124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endParaRPr sz="900" dirty="0"/>
          </a:p>
        </p:txBody>
      </p:sp>
      <p:sp>
        <p:nvSpPr>
          <p:cNvPr id="11" name="Foliennummernplatzhalter 8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fld id="{B5CEABB6-07DC-46E8-9B57-56EC44A396E5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Abschnittsumbruch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6991350" y="2571235"/>
            <a:ext cx="4179570" cy="1715531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algn="l">
              <a:defRPr sz="3600" spc="1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0" y="828675"/>
            <a:ext cx="5876925" cy="52006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Zita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Grafik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0" y="0"/>
            <a:ext cx="5581649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5920169" y="1152771"/>
            <a:ext cx="5431971" cy="846301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lang="en-US" sz="2800" cap="all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cxnSp>
        <p:nvCxnSpPr>
          <p:cNvPr id="9" name="Gerader Verbinder 8"/>
          <p:cNvCxnSpPr>
            <a:cxnSpLocks/>
          </p:cNvCxnSpPr>
          <p:nvPr/>
        </p:nvCxnSpPr>
        <p:spPr bwMode="auto"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platzhalter 15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cap="all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de-DE"/>
              <a:t>UNTERTITEL DURCH KLICKEN HINZUFÜGEN</a:t>
            </a:r>
            <a:endParaRPr/>
          </a:p>
        </p:txBody>
      </p:sp>
      <p:sp>
        <p:nvSpPr>
          <p:cNvPr id="12" name="Textplatzhalter 18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Klicken Sie, um Text hinzuzufügen.</a:t>
            </a:r>
            <a:endParaRPr/>
          </a:p>
        </p:txBody>
      </p:sp>
      <p:sp>
        <p:nvSpPr>
          <p:cNvPr id="13" name="Textplatzhalter 15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cap="all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de-DE"/>
              <a:t>UNTERTITEL DURCH KLICKEN HINZUFÜGEN</a:t>
            </a:r>
            <a:endParaRPr/>
          </a:p>
        </p:txBody>
      </p:sp>
      <p:sp>
        <p:nvSpPr>
          <p:cNvPr id="14" name="Textplatzhalter 18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Klicken Sie, um Text hinzuzufügen.</a:t>
            </a:r>
            <a:endParaRPr/>
          </a:p>
        </p:txBody>
      </p:sp>
      <p:sp>
        <p:nvSpPr>
          <p:cNvPr id="15" name="Textplatzhalter 15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cap="all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de-DE"/>
              <a:t>UNTERTITEL DURCH KLICKEN HINZUFÜGEN</a:t>
            </a:r>
            <a:endParaRPr/>
          </a:p>
        </p:txBody>
      </p:sp>
      <p:sp>
        <p:nvSpPr>
          <p:cNvPr id="16" name="Textplatzhalter 1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Klicken Sie, um Text hinzuzufügen.</a:t>
            </a:r>
            <a:endParaRPr/>
          </a:p>
        </p:txBody>
      </p:sp>
      <p:sp>
        <p:nvSpPr>
          <p:cNvPr id="17" name="Datumsplatzhalter 2"/>
          <p:cNvSpPr>
            <a:spLocks noGrp="1"/>
          </p:cNvSpPr>
          <p:nvPr>
            <p:ph type="dt" sz="half" idx="20"/>
          </p:nvPr>
        </p:nvSpPr>
        <p:spPr bwMode="auto"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18" name="Fußzeilenplatzhalter 3"/>
          <p:cNvSpPr>
            <a:spLocks noGrp="1"/>
          </p:cNvSpPr>
          <p:nvPr>
            <p:ph type="ftr" sz="quarter" idx="21"/>
          </p:nvPr>
        </p:nvSpPr>
        <p:spPr bwMode="auto">
          <a:xfrm>
            <a:off x="7093811" y="6356349"/>
            <a:ext cx="3312084" cy="365124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endParaRPr sz="900" dirty="0"/>
          </a:p>
        </p:txBody>
      </p:sp>
      <p:sp>
        <p:nvSpPr>
          <p:cNvPr id="19" name="Foliennummernplatzhalter 4"/>
          <p:cNvSpPr>
            <a:spLocks noGrp="1"/>
          </p:cNvSpPr>
          <p:nvPr>
            <p:ph type="sldNum" sz="quarter" idx="22"/>
          </p:nvPr>
        </p:nvSpPr>
        <p:spPr bwMode="auto"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fld id="{B5CEABB6-07DC-46E8-9B57-56EC44A396E5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Drei Inhal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885156" y="892177"/>
            <a:ext cx="8421688" cy="1325563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>
              <a:defRPr lang="en-US" sz="2800" cap="all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cap="all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 DURCH KLICKEN BEARBEITEN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auto"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 hasCustomPrompt="1"/>
          </p:nvPr>
        </p:nvSpPr>
        <p:spPr bwMode="auto"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cap="all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/>
            </a:pPr>
            <a:r>
              <a:rPr lang="de-DE"/>
              <a:t>MASTERTEXT DURCH KLICKEN BEARBEITEN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 hasCustomPrompt="1"/>
          </p:nvPr>
        </p:nvSpPr>
        <p:spPr bwMode="auto"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21" name="Textplatzhalter 2"/>
          <p:cNvSpPr>
            <a:spLocks noGrp="1"/>
          </p:cNvSpPr>
          <p:nvPr>
            <p:ph type="body" idx="13" hasCustomPrompt="1"/>
          </p:nvPr>
        </p:nvSpPr>
        <p:spPr bwMode="auto"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cap="all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 DURCH KLICKEN BEARBEITEN</a:t>
            </a:r>
            <a:endParaRPr/>
          </a:p>
        </p:txBody>
      </p:sp>
      <p:sp>
        <p:nvSpPr>
          <p:cNvPr id="22" name="Inhaltsplatzhalter 3"/>
          <p:cNvSpPr>
            <a:spLocks noGrp="1"/>
          </p:cNvSpPr>
          <p:nvPr>
            <p:ph sz="half" idx="14" hasCustomPrompt="1"/>
          </p:nvPr>
        </p:nvSpPr>
        <p:spPr bwMode="auto"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endParaRPr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endParaRPr sz="900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fld id="{B5CEABB6-07DC-46E8-9B57-56EC44A396E5}" type="slidenum">
              <a:rPr lang="de-DE"/>
              <a:t>‹Nr.›</a:t>
            </a:fld>
            <a:endParaRPr lang="de-DE"/>
          </a:p>
        </p:txBody>
      </p:sp>
      <p:cxnSp>
        <p:nvCxnSpPr>
          <p:cNvPr id="16" name="Gerader Verbinder 15"/>
          <p:cNvCxnSpPr>
            <a:cxnSpLocks/>
          </p:cNvCxnSpPr>
          <p:nvPr/>
        </p:nvCxnSpPr>
        <p:spPr bwMode="auto"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/>
          <p:cNvCxnSpPr>
            <a:cxnSpLocks/>
          </p:cNvCxnSpPr>
          <p:nvPr/>
        </p:nvCxnSpPr>
        <p:spPr bwMode="auto"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Marktvergleich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 bwMode="auto">
          <a:xfrm>
            <a:off x="25785" y="0"/>
            <a:ext cx="4368030" cy="3912394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2932906" y="892177"/>
            <a:ext cx="84216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de-DE" sz="2800" spc="150"/>
            </a:lvl1pPr>
          </a:lstStyle>
          <a:p>
            <a:pPr lvl="0"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3531620" y="3017044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cap="all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#</a:t>
            </a:r>
            <a:endParaRPr/>
          </a:p>
        </p:txBody>
      </p:sp>
      <p:sp>
        <p:nvSpPr>
          <p:cNvPr id="23" name="Textplatzhalter 2"/>
          <p:cNvSpPr>
            <a:spLocks noGrp="1"/>
          </p:cNvSpPr>
          <p:nvPr>
            <p:ph type="body" idx="15" hasCustomPrompt="1"/>
          </p:nvPr>
        </p:nvSpPr>
        <p:spPr bwMode="auto">
          <a:xfrm>
            <a:off x="6585633" y="3051177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cap="all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#</a:t>
            </a:r>
            <a:endParaRPr/>
          </a:p>
        </p:txBody>
      </p:sp>
      <p:sp>
        <p:nvSpPr>
          <p:cNvPr id="24" name="Textplatzhalter 2"/>
          <p:cNvSpPr>
            <a:spLocks noGrp="1"/>
          </p:cNvSpPr>
          <p:nvPr>
            <p:ph type="body" idx="16" hasCustomPrompt="1"/>
          </p:nvPr>
        </p:nvSpPr>
        <p:spPr bwMode="auto">
          <a:xfrm>
            <a:off x="9582497" y="3051177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cap="all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#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auto">
          <a:xfrm>
            <a:off x="2939555" y="4824188"/>
            <a:ext cx="2594470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 hasCustomPrompt="1"/>
          </p:nvPr>
        </p:nvSpPr>
        <p:spPr bwMode="auto">
          <a:xfrm>
            <a:off x="5802611" y="4819423"/>
            <a:ext cx="2807990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22" name="Inhaltsplatzhalter 3"/>
          <p:cNvSpPr>
            <a:spLocks noGrp="1"/>
          </p:cNvSpPr>
          <p:nvPr>
            <p:ph sz="half" idx="14" hasCustomPrompt="1"/>
          </p:nvPr>
        </p:nvSpPr>
        <p:spPr bwMode="auto">
          <a:xfrm>
            <a:off x="8886825" y="4824188"/>
            <a:ext cx="2465388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2932906" y="2459156"/>
            <a:ext cx="2438400" cy="2019300"/>
          </a:xfrm>
          <a:prstGeom prst="rect">
            <a:avLst/>
          </a:prstGeom>
        </p:spPr>
      </p:pic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 bwMode="auto">
          <a:xfrm>
            <a:off x="6110744" y="2549414"/>
            <a:ext cx="2190750" cy="1943100"/>
          </a:xfrm>
          <a:prstGeom prst="rect">
            <a:avLst/>
          </a:prstGeom>
        </p:spPr>
      </p:pic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 bwMode="auto">
          <a:xfrm>
            <a:off x="9040933" y="2421056"/>
            <a:ext cx="2324100" cy="2057400"/>
          </a:xfrm>
          <a:prstGeom prst="rect">
            <a:avLst/>
          </a:prstGeom>
        </p:spPr>
      </p:pic>
      <p:sp>
        <p:nvSpPr>
          <p:cNvPr id="25" name="Inhaltsplatzhalter 3"/>
          <p:cNvSpPr>
            <a:spLocks noGrp="1"/>
          </p:cNvSpPr>
          <p:nvPr>
            <p:ph sz="half" idx="17" hasCustomPrompt="1"/>
          </p:nvPr>
        </p:nvSpPr>
        <p:spPr bwMode="auto">
          <a:xfrm>
            <a:off x="2939555" y="5280763"/>
            <a:ext cx="2594470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</p:txBody>
      </p:sp>
      <p:sp>
        <p:nvSpPr>
          <p:cNvPr id="26" name="Inhaltsplatzhalter 5"/>
          <p:cNvSpPr>
            <a:spLocks noGrp="1"/>
          </p:cNvSpPr>
          <p:nvPr>
            <p:ph sz="quarter" idx="18" hasCustomPrompt="1"/>
          </p:nvPr>
        </p:nvSpPr>
        <p:spPr bwMode="auto">
          <a:xfrm>
            <a:off x="5802611" y="5275998"/>
            <a:ext cx="2807990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  <a:p>
            <a:pPr lvl="1">
              <a:defRPr/>
            </a:pPr>
            <a:endParaRPr lang="de-DE"/>
          </a:p>
        </p:txBody>
      </p:sp>
      <p:sp>
        <p:nvSpPr>
          <p:cNvPr id="27" name="Inhaltsplatzhalter 3"/>
          <p:cNvSpPr>
            <a:spLocks noGrp="1"/>
          </p:cNvSpPr>
          <p:nvPr>
            <p:ph sz="half" idx="19" hasCustomPrompt="1"/>
          </p:nvPr>
        </p:nvSpPr>
        <p:spPr bwMode="auto">
          <a:xfrm>
            <a:off x="8886825" y="5280763"/>
            <a:ext cx="2465388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endParaRPr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endParaRPr sz="900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fld id="{B5CEABB6-07DC-46E8-9B57-56EC44A396E5}" type="slidenum">
              <a:rPr lang="de-DE"/>
              <a:t>‹Nr.›</a:t>
            </a:fld>
            <a:endParaRPr lang="de-D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Zwei Inhal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2933699" y="892177"/>
            <a:ext cx="8421688" cy="1325563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lang="en-US" sz="28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2933699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 DURCH KLICKEN BEARBEITEN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auto">
          <a:xfrm>
            <a:off x="2933699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 hasCustomPrompt="1"/>
          </p:nvPr>
        </p:nvSpPr>
        <p:spPr bwMode="auto"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/>
            </a:pPr>
            <a:r>
              <a:rPr lang="de-DE"/>
              <a:t>MASTERTEXT DURCH KLICKEN BEARBEITEN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 hasCustomPrompt="1"/>
          </p:nvPr>
        </p:nvSpPr>
        <p:spPr bwMode="auto"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 bwMode="auto">
          <a:xfrm>
            <a:off x="25785" y="0"/>
            <a:ext cx="4368030" cy="3912394"/>
          </a:xfrm>
          <a:prstGeom prst="rect">
            <a:avLst/>
          </a:prstGeom>
        </p:spPr>
      </p:pic>
      <p:sp>
        <p:nvSpPr>
          <p:cNvPr id="16" name="Datumsplatzhalter 1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2024-10-07</a:t>
            </a:r>
          </a:p>
        </p:txBody>
      </p:sp>
      <p:sp>
        <p:nvSpPr>
          <p:cNvPr id="17" name="Fußzeilenplatzhalter 1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Emergence of referring expressions through language games</a:t>
            </a:r>
            <a:endParaRPr sz="900"/>
          </a:p>
        </p:txBody>
      </p:sp>
      <p:sp>
        <p:nvSpPr>
          <p:cNvPr id="18" name="Foliennummernplatzhalt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5CEABB6-07DC-46E8-9B57-56EC44A396E5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Inhalt 3 Spal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Titel 10"/>
          <p:cNvSpPr>
            <a:spLocks noGrp="1"/>
          </p:cNvSpPr>
          <p:nvPr>
            <p:ph type="title"/>
          </p:nvPr>
        </p:nvSpPr>
        <p:spPr bwMode="auto">
          <a:xfrm>
            <a:off x="2927350" y="891329"/>
            <a:ext cx="8421688" cy="1326411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de-DE" sz="2800" spc="150"/>
            </a:lvl1pPr>
          </a:lstStyle>
          <a:p>
            <a:pPr marL="0" lvl="0"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5" name="Textplatzhalter 15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2933701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de-DE"/>
              <a:t>UNTERTITEL DURCH KLICKEN HINZUFÜGEN</a:t>
            </a:r>
            <a:endParaRPr/>
          </a:p>
        </p:txBody>
      </p:sp>
      <p:sp>
        <p:nvSpPr>
          <p:cNvPr id="17" name="Textplatzhalter 18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933465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Klicken Sie, um Text hinzuzufügen.</a:t>
            </a:r>
            <a:endParaRPr/>
          </a:p>
        </p:txBody>
      </p:sp>
      <p:sp>
        <p:nvSpPr>
          <p:cNvPr id="31" name="Textplatzhalter 15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7321855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/>
            </a:pPr>
            <a:r>
              <a:rPr lang="de-DE"/>
              <a:t>UNTERTITEL DURCH KLICKEN HINZUFÜGEN</a:t>
            </a:r>
            <a:endParaRPr/>
          </a:p>
        </p:txBody>
      </p:sp>
      <p:sp>
        <p:nvSpPr>
          <p:cNvPr id="32" name="Textplatzhalter 18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732199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Klicken Sie, um Text hinzuzufügen.</a:t>
            </a:r>
            <a:endParaRPr/>
          </a:p>
        </p:txBody>
      </p:sp>
      <p:sp>
        <p:nvSpPr>
          <p:cNvPr id="33" name="Textplatzhalter 15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29336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/>
            </a:pPr>
            <a:r>
              <a:rPr lang="de-DE"/>
              <a:t>UNTERTITEL DURCH KLICKEN HINZUFÜGEN</a:t>
            </a:r>
            <a:endParaRPr/>
          </a:p>
        </p:txBody>
      </p:sp>
      <p:sp>
        <p:nvSpPr>
          <p:cNvPr id="34" name="Textplatzhalter 18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2934213" y="4826655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Klicken Sie, um Text hinzuzufügen.</a:t>
            </a:r>
            <a:endParaRPr/>
          </a:p>
        </p:txBody>
      </p:sp>
      <p:sp>
        <p:nvSpPr>
          <p:cNvPr id="12" name="Textplatzhalter 15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7321481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/>
            </a:pPr>
            <a:r>
              <a:rPr lang="de-DE"/>
              <a:t>UNTERTITEL DURCH KLICKEN HINZUFÜGEN</a:t>
            </a:r>
            <a:endParaRPr/>
          </a:p>
        </p:txBody>
      </p:sp>
      <p:sp>
        <p:nvSpPr>
          <p:cNvPr id="13" name="Textplatzhalter 18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7321994" y="4826655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Klicken Sie, um Text hinzuzufügen.</a:t>
            </a:r>
            <a:endParaRPr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20"/>
          </p:nvPr>
        </p:nvSpPr>
        <p:spPr bwMode="auto"/>
        <p:txBody>
          <a:bodyPr rtlCol="0"/>
          <a:lstStyle/>
          <a:p>
            <a:pPr>
              <a:defRPr/>
            </a:pPr>
            <a:endParaRPr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1"/>
          </p:nvPr>
        </p:nvSpPr>
        <p:spPr bwMode="auto"/>
        <p:txBody>
          <a:bodyPr rtlCol="0"/>
          <a:lstStyle/>
          <a:p>
            <a:pPr>
              <a:defRPr/>
            </a:pPr>
            <a:endParaRPr sz="9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22"/>
          </p:nvPr>
        </p:nvSpPr>
        <p:spPr bwMode="auto"/>
        <p:txBody>
          <a:bodyPr rtlCol="0"/>
          <a:lstStyle/>
          <a:p>
            <a:pPr>
              <a:defRPr/>
            </a:pPr>
            <a:fld id="{B5CEABB6-07DC-46E8-9B57-56EC44A396E5}" type="slidenum">
              <a:rPr lang="de-DE"/>
              <a:t>‹Nr.›</a:t>
            </a:fld>
            <a:endParaRPr lang="de-DE"/>
          </a:p>
        </p:txBody>
      </p:sp>
      <p:cxnSp>
        <p:nvCxnSpPr>
          <p:cNvPr id="2" name="Gerader Verbinder 1"/>
          <p:cNvCxnSpPr>
            <a:cxnSpLocks/>
          </p:cNvCxnSpPr>
          <p:nvPr userDrawn="1"/>
        </p:nvCxnSpPr>
        <p:spPr bwMode="auto"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5"/>
          <p:cNvCxnSpPr>
            <a:cxnSpLocks/>
          </p:cNvCxnSpPr>
          <p:nvPr userDrawn="1"/>
        </p:nvCxnSpPr>
        <p:spPr bwMode="auto"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11049000" y="5180889"/>
            <a:ext cx="1143000" cy="914400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 userDrawn="1"/>
        </p:nvPicPr>
        <p:blipFill>
          <a:blip r:embed="rId4"/>
          <a:srcRect l="39434" t="20278" b="22673"/>
          <a:stretch/>
        </p:blipFill>
        <p:spPr bwMode="auto">
          <a:xfrm>
            <a:off x="25785" y="0"/>
            <a:ext cx="4368030" cy="39123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69"/>
          <a:stretch/>
        </p:blipFill>
        <p:spPr bwMode="auto"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 extrusionOk="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5920169" y="1152771"/>
            <a:ext cx="5431971" cy="846301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lang="en-US" sz="2800" cap="all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20" name="Textplatzhalter 15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cap="all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de-DE"/>
              <a:t>UNTERTITEL DURCH KLICKEN HINZUFÜGEN</a:t>
            </a:r>
            <a:endParaRPr/>
          </a:p>
        </p:txBody>
      </p:sp>
      <p:sp>
        <p:nvSpPr>
          <p:cNvPr id="25" name="Textplatzhalter 18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Klicken Sie, um Text hinzuzufügen.</a:t>
            </a:r>
            <a:endParaRPr/>
          </a:p>
        </p:txBody>
      </p:sp>
      <p:sp>
        <p:nvSpPr>
          <p:cNvPr id="26" name="Textplatzhalter 15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cap="all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de-DE"/>
              <a:t>UNTERTITEL DURCH KLICKEN HINZUFÜGEN</a:t>
            </a:r>
            <a:endParaRPr/>
          </a:p>
        </p:txBody>
      </p:sp>
      <p:sp>
        <p:nvSpPr>
          <p:cNvPr id="27" name="Textplatzhalter 18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Klicken Sie, um Text hinzuzufügen.</a:t>
            </a:r>
            <a:endParaRPr/>
          </a:p>
        </p:txBody>
      </p:sp>
      <p:sp>
        <p:nvSpPr>
          <p:cNvPr id="28" name="Textplatzhalter 15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cap="all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de-DE"/>
              <a:t>UNTERTITEL DURCH KLICKEN HINZUFÜGEN</a:t>
            </a:r>
            <a:endParaRPr/>
          </a:p>
        </p:txBody>
      </p:sp>
      <p:sp>
        <p:nvSpPr>
          <p:cNvPr id="29" name="Textplatzhalter 1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Klicken Sie, um Text hinzuzufügen.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Zeitachs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>
              <a:defRPr lang="en-US" sz="28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6" name="Textplatzhalter 10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>
              <a:defRPr/>
            </a:pPr>
            <a:r>
              <a:rPr lang="de-DE"/>
              <a:t>Jahr</a:t>
            </a:r>
            <a:endParaRPr/>
          </a:p>
        </p:txBody>
      </p:sp>
      <p:sp>
        <p:nvSpPr>
          <p:cNvPr id="7" name="Textplatzhalter 10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8" name="Textplatzhalter 10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9" name="Textplatzhalter 10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10" name="Textplatzhalter 10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>
              <a:defRPr/>
            </a:pPr>
            <a:r>
              <a:rPr lang="de-DE"/>
              <a:t>Jahr</a:t>
            </a:r>
            <a:endParaRPr/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13" name="Textplatzhalter 10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14" name="Textplatzhalter 10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15" name="Textplatzhalter 10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16" name="Textplatzhalter 10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17" name="Textplatzhalter 10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18" name="Textplatzhalter 10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19" name="Textplatzhalter 10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20" name="Textplatzhalter 10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196991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21" name="Textplatzhalter 10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22" name="Textplatzhalter 10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23" name="Textplatzhalter 10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24" name="Textplatzhalter 10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25" name="Textplatzhalter 10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26" name="Textplatzhalter 10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27" name="Textplatzhalter 10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28" name="Textplatzhalter 10"/>
          <p:cNvSpPr>
            <a:spLocks noGrp="1"/>
          </p:cNvSpPr>
          <p:nvPr>
            <p:ph type="body" sz="quarter" idx="55" hasCustomPrompt="1"/>
          </p:nvPr>
        </p:nvSpPr>
        <p:spPr bwMode="auto"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29" name="Textplatzhalter 10"/>
          <p:cNvSpPr>
            <a:spLocks noGrp="1"/>
          </p:cNvSpPr>
          <p:nvPr>
            <p:ph type="body" sz="quarter" idx="56" hasCustomPrompt="1"/>
          </p:nvPr>
        </p:nvSpPr>
        <p:spPr bwMode="auto"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30" name="Textplatzhalter 10"/>
          <p:cNvSpPr>
            <a:spLocks noGrp="1"/>
          </p:cNvSpPr>
          <p:nvPr>
            <p:ph type="body" sz="quarter" idx="57" hasCustomPrompt="1"/>
          </p:nvPr>
        </p:nvSpPr>
        <p:spPr bwMode="auto"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31" name="Textplatzhalter 10"/>
          <p:cNvSpPr>
            <a:spLocks noGrp="1"/>
          </p:cNvSpPr>
          <p:nvPr>
            <p:ph type="body" sz="quarter" idx="58" hasCustomPrompt="1"/>
          </p:nvPr>
        </p:nvSpPr>
        <p:spPr bwMode="auto"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de-DE"/>
              <a:t>MM</a:t>
            </a:r>
            <a:endParaRPr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umsplatzhalter 2"/>
          <p:cNvSpPr>
            <a:spLocks noGrp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endParaRPr dirty="0"/>
          </a:p>
        </p:txBody>
      </p:sp>
      <p:sp>
        <p:nvSpPr>
          <p:cNvPr id="37" name="Fußzeilenplatzhalter 3"/>
          <p:cNvSpPr>
            <a:spLocks noGrp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endParaRPr sz="900" dirty="0"/>
          </a:p>
        </p:txBody>
      </p:sp>
      <p:sp>
        <p:nvSpPr>
          <p:cNvPr id="38" name="Foliennummernplatzhalter 4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fld id="{B5CEABB6-07DC-46E8-9B57-56EC44A396E5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SmartAr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SmartArt-Platzhalter 6"/>
          <p:cNvSpPr>
            <a:spLocks noGrp="1"/>
          </p:cNvSpPr>
          <p:nvPr>
            <p:ph type="dgm" sz="quarter" idx="15" hasCustomPrompt="1"/>
          </p:nvPr>
        </p:nvSpPr>
        <p:spPr bwMode="auto"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Klicken Sie auf Symbol, um die SmartArt-Grafik hinzufügen</a:t>
            </a:r>
            <a:endParaRPr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>
              <a:defRPr lang="en-US" sz="28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endParaRPr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endParaRPr sz="900" dirty="0"/>
          </a:p>
        </p:txBody>
      </p:sp>
      <p:cxnSp>
        <p:nvCxnSpPr>
          <p:cNvPr id="10" name="Gerader Verbinder 9"/>
          <p:cNvCxnSpPr>
            <a:cxnSpLocks/>
          </p:cNvCxnSpPr>
          <p:nvPr/>
        </p:nvCxnSpPr>
        <p:spPr bwMode="auto"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/>
          <p:cNvCxnSpPr>
            <a:cxnSpLocks/>
          </p:cNvCxnSpPr>
          <p:nvPr/>
        </p:nvCxnSpPr>
        <p:spPr bwMode="auto"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fld id="{B5CEABB6-07DC-46E8-9B57-56EC44A396E5}" type="slidenum">
              <a:rPr lang="de-DE"/>
              <a:t>‹Nr.›</a:t>
            </a:fld>
            <a:endParaRPr lang="de-D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eamfolie 4 Personen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885156" y="892177"/>
            <a:ext cx="8421688" cy="1325563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>
              <a:defRPr lang="en-US" sz="28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11" name="Bildplatzhalter 10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1487181" y="2886074"/>
            <a:ext cx="1845511" cy="18455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Klicken Sie, um ein Bild hinzuzufügen.</a:t>
            </a:r>
            <a:endParaRPr/>
          </a:p>
        </p:txBody>
      </p:sp>
      <p:sp>
        <p:nvSpPr>
          <p:cNvPr id="17" name="Bildplatzhalter 10"/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3836914" y="2886074"/>
            <a:ext cx="1845511" cy="18455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Klicken Sie, um ein Bild hinzuzufügen.</a:t>
            </a:r>
            <a:endParaRPr/>
          </a:p>
        </p:txBody>
      </p:sp>
      <p:sp>
        <p:nvSpPr>
          <p:cNvPr id="18" name="Bildplatzhalter 10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6327578" y="2886074"/>
            <a:ext cx="1845511" cy="18455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>
              <a:defRPr/>
            </a:pPr>
            <a:r>
              <a:rPr lang="de-DE"/>
              <a:t>Klicken Sie, um ein Bild hinzuzufügen.</a:t>
            </a:r>
            <a:endParaRPr/>
          </a:p>
        </p:txBody>
      </p:sp>
      <p:sp>
        <p:nvSpPr>
          <p:cNvPr id="19" name="Bildplatzhalter 10"/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8747458" y="2886074"/>
            <a:ext cx="1845511" cy="18455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Klicken Sie, um ein Bild hinzuzufügen.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23" name="Textplatzhalter 2"/>
          <p:cNvSpPr>
            <a:spLocks noGrp="1"/>
          </p:cNvSpPr>
          <p:nvPr>
            <p:ph type="body" idx="18" hasCustomPrompt="1"/>
          </p:nvPr>
        </p:nvSpPr>
        <p:spPr bwMode="auto"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24" name="Textplatzhalter 2"/>
          <p:cNvSpPr>
            <a:spLocks noGrp="1"/>
          </p:cNvSpPr>
          <p:nvPr>
            <p:ph type="body" idx="19" hasCustomPrompt="1"/>
          </p:nvPr>
        </p:nvSpPr>
        <p:spPr bwMode="auto"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25" name="Textplatzhalter 2"/>
          <p:cNvSpPr>
            <a:spLocks noGrp="1"/>
          </p:cNvSpPr>
          <p:nvPr>
            <p:ph type="body" idx="20" hasCustomPrompt="1"/>
          </p:nvPr>
        </p:nvSpPr>
        <p:spPr bwMode="auto"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26" name="Textplatzhalter 2"/>
          <p:cNvSpPr>
            <a:spLocks noGrp="1"/>
          </p:cNvSpPr>
          <p:nvPr>
            <p:ph type="body" idx="21" hasCustomPrompt="1"/>
          </p:nvPr>
        </p:nvSpPr>
        <p:spPr bwMode="auto"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27" name="Textplatzhalter 2"/>
          <p:cNvSpPr>
            <a:spLocks noGrp="1"/>
          </p:cNvSpPr>
          <p:nvPr>
            <p:ph type="body" idx="22" hasCustomPrompt="1"/>
          </p:nvPr>
        </p:nvSpPr>
        <p:spPr bwMode="auto"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28" name="Textplatzhalter 2"/>
          <p:cNvSpPr>
            <a:spLocks noGrp="1"/>
          </p:cNvSpPr>
          <p:nvPr>
            <p:ph type="body" idx="23" hasCustomPrompt="1"/>
          </p:nvPr>
        </p:nvSpPr>
        <p:spPr bwMode="auto"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29" name="Textplatzhalter 2"/>
          <p:cNvSpPr>
            <a:spLocks noGrp="1"/>
          </p:cNvSpPr>
          <p:nvPr>
            <p:ph type="body" idx="24" hasCustomPrompt="1"/>
          </p:nvPr>
        </p:nvSpPr>
        <p:spPr bwMode="auto"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endParaRPr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endParaRPr sz="900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fld id="{B5CEABB6-07DC-46E8-9B57-56EC44A396E5}" type="slidenum">
              <a:rPr lang="de-DE"/>
              <a:t>‹Nr.›</a:t>
            </a:fld>
            <a:endParaRPr lang="de-DE"/>
          </a:p>
        </p:txBody>
      </p:sp>
      <p:cxnSp>
        <p:nvCxnSpPr>
          <p:cNvPr id="10" name="Gerader Verbinder 9"/>
          <p:cNvCxnSpPr>
            <a:cxnSpLocks/>
          </p:cNvCxnSpPr>
          <p:nvPr/>
        </p:nvCxnSpPr>
        <p:spPr bwMode="auto"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/>
          <p:cNvCxnSpPr>
            <a:cxnSpLocks/>
          </p:cNvCxnSpPr>
          <p:nvPr/>
        </p:nvCxnSpPr>
        <p:spPr bwMode="auto"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eamfolie 8 Person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885156" y="892177"/>
            <a:ext cx="8421688" cy="1325563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>
              <a:defRPr lang="en-US" sz="2800" spc="15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11" name="Bildplatzhalter 10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1877176" y="2428875"/>
            <a:ext cx="1066800" cy="1066800"/>
          </a:xfrm>
          <a:prstGeom prst="rect">
            <a:avLst/>
          </a:prstGeo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Klicken Sie, um ein Bild hinzuzufügen.</a:t>
            </a:r>
            <a:endParaRPr/>
          </a:p>
        </p:txBody>
      </p:sp>
      <p:sp>
        <p:nvSpPr>
          <p:cNvPr id="17" name="Bildplatzhalter 10"/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4226270" y="2428875"/>
            <a:ext cx="1066800" cy="1066800"/>
          </a:xfrm>
          <a:prstGeom prst="rect">
            <a:avLst/>
          </a:prstGeo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Klicken Sie, um ein Bild hinzuzufügen.</a:t>
            </a:r>
            <a:endParaRPr/>
          </a:p>
        </p:txBody>
      </p:sp>
      <p:sp>
        <p:nvSpPr>
          <p:cNvPr id="18" name="Bildplatzhalter 10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6716934" y="2428875"/>
            <a:ext cx="1066800" cy="1066800"/>
          </a:xfrm>
          <a:prstGeom prst="rect">
            <a:avLst/>
          </a:prstGeo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>
              <a:defRPr/>
            </a:pPr>
            <a:r>
              <a:rPr lang="de-DE"/>
              <a:t>Klicken Sie, um ein Bild hinzuzufügen.</a:t>
            </a:r>
            <a:endParaRPr/>
          </a:p>
        </p:txBody>
      </p:sp>
      <p:sp>
        <p:nvSpPr>
          <p:cNvPr id="19" name="Bildplatzhalter 10"/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9136814" y="2428875"/>
            <a:ext cx="1066800" cy="1066800"/>
          </a:xfrm>
          <a:prstGeom prst="rect">
            <a:avLst/>
          </a:prstGeo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Klicken Sie, um ein Bild hinzuzufügen.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1500168" y="3654377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spc="15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26" name="Textplatzhalter 2"/>
          <p:cNvSpPr>
            <a:spLocks noGrp="1"/>
          </p:cNvSpPr>
          <p:nvPr>
            <p:ph type="body" idx="21" hasCustomPrompt="1"/>
          </p:nvPr>
        </p:nvSpPr>
        <p:spPr bwMode="auto"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spc="15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23" name="Textplatzhalter 2"/>
          <p:cNvSpPr>
            <a:spLocks noGrp="1"/>
          </p:cNvSpPr>
          <p:nvPr>
            <p:ph type="body" idx="18" hasCustomPrompt="1"/>
          </p:nvPr>
        </p:nvSpPr>
        <p:spPr bwMode="auto"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spc="15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27" name="Textplatzhalter 2"/>
          <p:cNvSpPr>
            <a:spLocks noGrp="1"/>
          </p:cNvSpPr>
          <p:nvPr>
            <p:ph type="body" idx="22" hasCustomPrompt="1"/>
          </p:nvPr>
        </p:nvSpPr>
        <p:spPr bwMode="auto"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spc="15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24" name="Textplatzhalter 2"/>
          <p:cNvSpPr>
            <a:spLocks noGrp="1"/>
          </p:cNvSpPr>
          <p:nvPr>
            <p:ph type="body" idx="19" hasCustomPrompt="1"/>
          </p:nvPr>
        </p:nvSpPr>
        <p:spPr bwMode="auto"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spc="15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28" name="Textplatzhalter 2"/>
          <p:cNvSpPr>
            <a:spLocks noGrp="1"/>
          </p:cNvSpPr>
          <p:nvPr>
            <p:ph type="body" idx="23" hasCustomPrompt="1"/>
          </p:nvPr>
        </p:nvSpPr>
        <p:spPr bwMode="auto"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spc="15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25" name="Textplatzhalter 2"/>
          <p:cNvSpPr>
            <a:spLocks noGrp="1"/>
          </p:cNvSpPr>
          <p:nvPr>
            <p:ph type="body" idx="20" hasCustomPrompt="1"/>
          </p:nvPr>
        </p:nvSpPr>
        <p:spPr bwMode="auto">
          <a:xfrm>
            <a:off x="8759806" y="3654377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spc="15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29" name="Textplatzhalter 2"/>
          <p:cNvSpPr>
            <a:spLocks noGrp="1"/>
          </p:cNvSpPr>
          <p:nvPr>
            <p:ph type="body" idx="24" hasCustomPrompt="1"/>
          </p:nvPr>
        </p:nvSpPr>
        <p:spPr bwMode="auto"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spc="15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55" name="Bildplatzhalter 10"/>
          <p:cNvSpPr>
            <a:spLocks noGrp="1"/>
          </p:cNvSpPr>
          <p:nvPr>
            <p:ph type="pic" sz="quarter" idx="26" hasCustomPrompt="1"/>
          </p:nvPr>
        </p:nvSpPr>
        <p:spPr bwMode="auto">
          <a:xfrm>
            <a:off x="1877176" y="4287711"/>
            <a:ext cx="1066800" cy="1066800"/>
          </a:xfrm>
          <a:prstGeom prst="rect">
            <a:avLst/>
          </a:prstGeo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Klicken Sie, um ein Bild hinzuzufügen.</a:t>
            </a:r>
            <a:endParaRPr/>
          </a:p>
        </p:txBody>
      </p:sp>
      <p:sp>
        <p:nvSpPr>
          <p:cNvPr id="56" name="Bildplatzhalter 10"/>
          <p:cNvSpPr>
            <a:spLocks noGrp="1"/>
          </p:cNvSpPr>
          <p:nvPr>
            <p:ph type="pic" sz="quarter" idx="27" hasCustomPrompt="1"/>
          </p:nvPr>
        </p:nvSpPr>
        <p:spPr bwMode="auto">
          <a:xfrm>
            <a:off x="4226270" y="4287711"/>
            <a:ext cx="1066800" cy="1066800"/>
          </a:xfrm>
          <a:prstGeom prst="rect">
            <a:avLst/>
          </a:prstGeo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Klicken Sie, um ein Bild hinzuzufügen.</a:t>
            </a:r>
            <a:endParaRPr/>
          </a:p>
        </p:txBody>
      </p:sp>
      <p:sp>
        <p:nvSpPr>
          <p:cNvPr id="57" name="Bildplatzhalter 10"/>
          <p:cNvSpPr>
            <a:spLocks noGrp="1"/>
          </p:cNvSpPr>
          <p:nvPr>
            <p:ph type="pic" sz="quarter" idx="28" hasCustomPrompt="1"/>
          </p:nvPr>
        </p:nvSpPr>
        <p:spPr bwMode="auto">
          <a:xfrm>
            <a:off x="6716934" y="4287711"/>
            <a:ext cx="1066800" cy="1066800"/>
          </a:xfrm>
          <a:prstGeom prst="rect">
            <a:avLst/>
          </a:prstGeo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>
              <a:defRPr/>
            </a:pPr>
            <a:r>
              <a:rPr lang="de-DE"/>
              <a:t>Klicken Sie, um ein Bild hinzuzufügen.</a:t>
            </a:r>
            <a:endParaRPr/>
          </a:p>
        </p:txBody>
      </p:sp>
      <p:sp>
        <p:nvSpPr>
          <p:cNvPr id="58" name="Bildplatzhalter 10"/>
          <p:cNvSpPr>
            <a:spLocks noGrp="1"/>
          </p:cNvSpPr>
          <p:nvPr>
            <p:ph type="pic" sz="quarter" idx="29" hasCustomPrompt="1"/>
          </p:nvPr>
        </p:nvSpPr>
        <p:spPr bwMode="auto">
          <a:xfrm>
            <a:off x="9136814" y="4287711"/>
            <a:ext cx="1066800" cy="1066800"/>
          </a:xfrm>
          <a:prstGeom prst="rect">
            <a:avLst/>
          </a:prstGeo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Klicken Sie, um ein Bild hinzuzufügen.</a:t>
            </a:r>
            <a:endParaRPr/>
          </a:p>
        </p:txBody>
      </p:sp>
      <p:sp>
        <p:nvSpPr>
          <p:cNvPr id="54" name="Textplatzhalter 2"/>
          <p:cNvSpPr>
            <a:spLocks noGrp="1"/>
          </p:cNvSpPr>
          <p:nvPr>
            <p:ph type="body" idx="25" hasCustomPrompt="1"/>
          </p:nvPr>
        </p:nvSpPr>
        <p:spPr bwMode="auto"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spc="15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62" name="Textplatzhalter 2"/>
          <p:cNvSpPr>
            <a:spLocks noGrp="1"/>
          </p:cNvSpPr>
          <p:nvPr>
            <p:ph type="body" idx="33" hasCustomPrompt="1"/>
          </p:nvPr>
        </p:nvSpPr>
        <p:spPr bwMode="auto"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spc="15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59" name="Textplatzhalter 2"/>
          <p:cNvSpPr>
            <a:spLocks noGrp="1"/>
          </p:cNvSpPr>
          <p:nvPr>
            <p:ph type="body" idx="30" hasCustomPrompt="1"/>
          </p:nvPr>
        </p:nvSpPr>
        <p:spPr bwMode="auto">
          <a:xfrm>
            <a:off x="3849262" y="5527895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spc="15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63" name="Textplatzhalter 2"/>
          <p:cNvSpPr>
            <a:spLocks noGrp="1"/>
          </p:cNvSpPr>
          <p:nvPr>
            <p:ph type="body" idx="34" hasCustomPrompt="1"/>
          </p:nvPr>
        </p:nvSpPr>
        <p:spPr bwMode="auto"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spc="15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60" name="Textplatzhalter 2"/>
          <p:cNvSpPr>
            <a:spLocks noGrp="1"/>
          </p:cNvSpPr>
          <p:nvPr>
            <p:ph type="body" idx="31" hasCustomPrompt="1"/>
          </p:nvPr>
        </p:nvSpPr>
        <p:spPr bwMode="auto">
          <a:xfrm>
            <a:off x="6339926" y="5527895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spc="15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64" name="Textplatzhalter 2"/>
          <p:cNvSpPr>
            <a:spLocks noGrp="1"/>
          </p:cNvSpPr>
          <p:nvPr>
            <p:ph type="body" idx="35" hasCustomPrompt="1"/>
          </p:nvPr>
        </p:nvSpPr>
        <p:spPr bwMode="auto"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spc="15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61" name="Textplatzhalter 2"/>
          <p:cNvSpPr>
            <a:spLocks noGrp="1"/>
          </p:cNvSpPr>
          <p:nvPr>
            <p:ph type="body" idx="32" hasCustomPrompt="1"/>
          </p:nvPr>
        </p:nvSpPr>
        <p:spPr bwMode="auto"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spc="15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65" name="Textplatzhalter 2"/>
          <p:cNvSpPr>
            <a:spLocks noGrp="1"/>
          </p:cNvSpPr>
          <p:nvPr>
            <p:ph type="body" idx="36" hasCustomPrompt="1"/>
          </p:nvPr>
        </p:nvSpPr>
        <p:spPr bwMode="auto"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spc="15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sz="900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B5CEABB6-07DC-46E8-9B57-56EC44A396E5}" type="slidenum">
              <a:rPr lang="de-DE"/>
              <a:t>‹Nr.›</a:t>
            </a:fld>
            <a:endParaRPr lang="de-DE"/>
          </a:p>
        </p:txBody>
      </p:sp>
      <p:pic>
        <p:nvPicPr>
          <p:cNvPr id="13" name="Grafik 1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fik 13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1049000" y="5180889"/>
            <a:ext cx="1143000" cy="91440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 Inha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885156" y="892177"/>
            <a:ext cx="8421688" cy="1325563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>
              <a:defRPr lang="en-US" sz="28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11" name="Inhaltsplatzhalter 10"/>
          <p:cNvSpPr>
            <a:spLocks noGrp="1"/>
          </p:cNvSpPr>
          <p:nvPr>
            <p:ph sz="quarter" idx="21" hasCustomPrompt="1"/>
          </p:nvPr>
        </p:nvSpPr>
        <p:spPr bwMode="auto"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>
              <a:defRPr/>
            </a:pPr>
            <a:r>
              <a:rPr lang="de-DE"/>
              <a:t>Klicken, um Inhalt hinzuzufügen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#</a:t>
            </a:r>
            <a:endParaRPr/>
          </a:p>
        </p:txBody>
      </p:sp>
      <p:sp>
        <p:nvSpPr>
          <p:cNvPr id="17" name="Textplatzhalter 2"/>
          <p:cNvSpPr>
            <a:spLocks noGrp="1"/>
          </p:cNvSpPr>
          <p:nvPr>
            <p:ph type="body" idx="17" hasCustomPrompt="1"/>
          </p:nvPr>
        </p:nvSpPr>
        <p:spPr bwMode="auto"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auto"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/>
            </a:lvl2pPr>
            <a:lvl3pPr marL="914400" indent="0">
              <a:lnSpc>
                <a:spcPct val="100000"/>
              </a:lnSpc>
              <a:buNone/>
              <a:defRPr sz="1400" spc="50"/>
            </a:lvl3pPr>
            <a:lvl4pPr marL="1371600" indent="0">
              <a:lnSpc>
                <a:spcPct val="100000"/>
              </a:lnSpc>
              <a:buNone/>
              <a:defRPr sz="1400" spc="50"/>
            </a:lvl4pPr>
            <a:lvl5pPr marL="1828800" indent="0">
              <a:lnSpc>
                <a:spcPct val="100000"/>
              </a:lnSpc>
              <a:buNone/>
              <a:defRPr sz="1400" spc="50"/>
            </a:lvl5pPr>
          </a:lstStyle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</p:txBody>
      </p:sp>
      <p:sp>
        <p:nvSpPr>
          <p:cNvPr id="24" name="Inhaltsplatzhalter 10"/>
          <p:cNvSpPr>
            <a:spLocks noGrp="1"/>
          </p:cNvSpPr>
          <p:nvPr>
            <p:ph sz="quarter" idx="22" hasCustomPrompt="1"/>
          </p:nvPr>
        </p:nvSpPr>
        <p:spPr bwMode="auto"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>
              <a:defRPr/>
            </a:pPr>
            <a:r>
              <a:rPr lang="de-DE"/>
              <a:t>Klicken, um Inhalt hinzuzufügen</a:t>
            </a:r>
            <a:endParaRPr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 hasCustomPrompt="1"/>
          </p:nvPr>
        </p:nvSpPr>
        <p:spPr bwMode="auto"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#</a:t>
            </a:r>
            <a:endParaRPr/>
          </a:p>
        </p:txBody>
      </p:sp>
      <p:sp>
        <p:nvSpPr>
          <p:cNvPr id="18" name="Textplatzhalter 4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 hasCustomPrompt="1"/>
          </p:nvPr>
        </p:nvSpPr>
        <p:spPr bwMode="auto"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/>
            </a:lvl2pPr>
            <a:lvl3pPr marL="914400" indent="0">
              <a:lnSpc>
                <a:spcPct val="100000"/>
              </a:lnSpc>
              <a:buNone/>
              <a:defRPr sz="1400" spc="50"/>
            </a:lvl3pPr>
            <a:lvl4pPr marL="1371600" indent="0">
              <a:lnSpc>
                <a:spcPct val="100000"/>
              </a:lnSpc>
              <a:buNone/>
              <a:defRPr sz="1400" spc="50"/>
            </a:lvl4pPr>
            <a:lvl5pPr marL="1828800" indent="0">
              <a:lnSpc>
                <a:spcPct val="100000"/>
              </a:lnSpc>
              <a:buNone/>
              <a:defRPr sz="1400" spc="50"/>
            </a:lvl5pPr>
          </a:lstStyle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</p:txBody>
      </p:sp>
      <p:sp>
        <p:nvSpPr>
          <p:cNvPr id="25" name="Inhaltsplatzhalter 10"/>
          <p:cNvSpPr>
            <a:spLocks noGrp="1"/>
          </p:cNvSpPr>
          <p:nvPr>
            <p:ph sz="quarter" idx="23" hasCustomPrompt="1"/>
          </p:nvPr>
        </p:nvSpPr>
        <p:spPr bwMode="auto"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>
              <a:defRPr/>
            </a:pPr>
            <a:r>
              <a:rPr lang="de-DE"/>
              <a:t>Klicken, um Inhalt hinzuzufügen</a:t>
            </a:r>
            <a:endParaRPr/>
          </a:p>
        </p:txBody>
      </p:sp>
      <p:sp>
        <p:nvSpPr>
          <p:cNvPr id="21" name="Textplatzhalter 2"/>
          <p:cNvSpPr>
            <a:spLocks noGrp="1"/>
          </p:cNvSpPr>
          <p:nvPr>
            <p:ph type="body" idx="13" hasCustomPrompt="1"/>
          </p:nvPr>
        </p:nvSpPr>
        <p:spPr bwMode="auto"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#</a:t>
            </a:r>
            <a:endParaRPr/>
          </a:p>
        </p:txBody>
      </p:sp>
      <p:sp>
        <p:nvSpPr>
          <p:cNvPr id="19" name="Textplatzhalter 2"/>
          <p:cNvSpPr>
            <a:spLocks noGrp="1"/>
          </p:cNvSpPr>
          <p:nvPr>
            <p:ph type="body" idx="19" hasCustomPrompt="1"/>
          </p:nvPr>
        </p:nvSpPr>
        <p:spPr bwMode="auto"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sp>
        <p:nvSpPr>
          <p:cNvPr id="22" name="Inhaltsplatzhalter 3"/>
          <p:cNvSpPr>
            <a:spLocks noGrp="1"/>
          </p:cNvSpPr>
          <p:nvPr>
            <p:ph sz="half" idx="14" hasCustomPrompt="1"/>
          </p:nvPr>
        </p:nvSpPr>
        <p:spPr bwMode="auto"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/>
            </a:lvl2pPr>
            <a:lvl3pPr marL="914400" indent="0">
              <a:lnSpc>
                <a:spcPct val="100000"/>
              </a:lnSpc>
              <a:buNone/>
              <a:defRPr sz="1400" spc="50"/>
            </a:lvl3pPr>
            <a:lvl4pPr marL="1371600" indent="0">
              <a:lnSpc>
                <a:spcPct val="100000"/>
              </a:lnSpc>
              <a:buNone/>
              <a:defRPr sz="1400" spc="50"/>
            </a:lvl4pPr>
            <a:lvl5pPr marL="1828800" indent="0">
              <a:lnSpc>
                <a:spcPct val="100000"/>
              </a:lnSpc>
              <a:buNone/>
              <a:defRPr sz="1400" spc="50"/>
            </a:lvl5pPr>
          </a:lstStyle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</p:txBody>
      </p:sp>
      <p:sp>
        <p:nvSpPr>
          <p:cNvPr id="26" name="Inhaltsplatzhalter 10"/>
          <p:cNvSpPr>
            <a:spLocks noGrp="1"/>
          </p:cNvSpPr>
          <p:nvPr>
            <p:ph sz="quarter" idx="24" hasCustomPrompt="1"/>
          </p:nvPr>
        </p:nvSpPr>
        <p:spPr bwMode="auto"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>
              <a:defRPr/>
            </a:pPr>
            <a:r>
              <a:rPr lang="de-DE"/>
              <a:t>Klicken, um Inhalt hinzuzufügen</a:t>
            </a:r>
            <a:endParaRPr/>
          </a:p>
        </p:txBody>
      </p:sp>
      <p:sp>
        <p:nvSpPr>
          <p:cNvPr id="14" name="Textplatzhalter 2"/>
          <p:cNvSpPr>
            <a:spLocks noGrp="1"/>
          </p:cNvSpPr>
          <p:nvPr>
            <p:ph type="body" idx="15" hasCustomPrompt="1"/>
          </p:nvPr>
        </p:nvSpPr>
        <p:spPr bwMode="auto"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#</a:t>
            </a:r>
            <a:endParaRPr/>
          </a:p>
        </p:txBody>
      </p:sp>
      <p:sp>
        <p:nvSpPr>
          <p:cNvPr id="23" name="Textplatzhalter 2"/>
          <p:cNvSpPr>
            <a:spLocks noGrp="1"/>
          </p:cNvSpPr>
          <p:nvPr>
            <p:ph type="body" idx="20" hasCustomPrompt="1"/>
          </p:nvPr>
        </p:nvSpPr>
        <p:spPr bwMode="auto"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ZUM BEARBEITEN KLICKEN</a:t>
            </a:r>
            <a:endParaRPr/>
          </a:p>
        </p:txBody>
      </p:sp>
      <p:cxnSp>
        <p:nvCxnSpPr>
          <p:cNvPr id="16" name="Gerader Verbinder 15"/>
          <p:cNvCxnSpPr>
            <a:cxnSpLocks/>
          </p:cNvCxnSpPr>
          <p:nvPr/>
        </p:nvCxnSpPr>
        <p:spPr bwMode="auto"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/>
          <p:cNvCxnSpPr>
            <a:cxnSpLocks/>
          </p:cNvCxnSpPr>
          <p:nvPr/>
        </p:nvCxnSpPr>
        <p:spPr bwMode="auto">
          <a:xfrm flipH="1">
            <a:off x="0" y="0"/>
            <a:ext cx="3790949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Inhaltsplatzhalter 3"/>
          <p:cNvSpPr>
            <a:spLocks noGrp="1"/>
          </p:cNvSpPr>
          <p:nvPr>
            <p:ph sz="half" idx="16" hasCustomPrompt="1"/>
          </p:nvPr>
        </p:nvSpPr>
        <p:spPr bwMode="auto"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/>
            </a:lvl2pPr>
            <a:lvl3pPr marL="914400" indent="0">
              <a:lnSpc>
                <a:spcPct val="100000"/>
              </a:lnSpc>
              <a:buNone/>
              <a:defRPr sz="1400" spc="50"/>
            </a:lvl3pPr>
            <a:lvl4pPr marL="1371600" indent="0">
              <a:lnSpc>
                <a:spcPct val="100000"/>
              </a:lnSpc>
              <a:buNone/>
              <a:defRPr sz="1400" spc="50"/>
            </a:lvl4pPr>
            <a:lvl5pPr marL="1828800" indent="0">
              <a:lnSpc>
                <a:spcPct val="100000"/>
              </a:lnSpc>
              <a:buNone/>
              <a:defRPr sz="1400" spc="50"/>
            </a:lvl5pPr>
          </a:lstStyle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endParaRPr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endParaRPr sz="900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fld id="{B5CEABB6-07DC-46E8-9B57-56EC44A396E5}" type="slidenum">
              <a:rPr lang="de-DE"/>
              <a:t>‹Nr.›</a:t>
            </a:fld>
            <a:endParaRPr lang="de-D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Zusammenfassung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5476875" y="1671639"/>
            <a:ext cx="5111750" cy="120491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lang="en-US" sz="2800" cap="all" spc="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</p:txBody>
      </p:sp>
      <p:cxnSp>
        <p:nvCxnSpPr>
          <p:cNvPr id="23" name="Gerader Verbinder 22"/>
          <p:cNvCxnSpPr>
            <a:cxnSpLocks/>
          </p:cNvCxnSpPr>
          <p:nvPr/>
        </p:nvCxnSpPr>
        <p:spPr bwMode="auto">
          <a:xfrm flipH="1" flipV="1">
            <a:off x="0" y="876299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/>
          <p:cNvCxnSpPr>
            <a:cxnSpLocks/>
          </p:cNvCxnSpPr>
          <p:nvPr/>
        </p:nvCxnSpPr>
        <p:spPr bwMode="auto"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umsplatzhalter 6"/>
          <p:cNvSpPr>
            <a:spLocks noGrp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endParaRPr dirty="0"/>
          </a:p>
        </p:txBody>
      </p:sp>
      <p:sp>
        <p:nvSpPr>
          <p:cNvPr id="22" name="Fußzeilenplatzhalter 7"/>
          <p:cNvSpPr>
            <a:spLocks noGrp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endParaRPr sz="900" dirty="0"/>
          </a:p>
        </p:txBody>
      </p:sp>
      <p:sp>
        <p:nvSpPr>
          <p:cNvPr id="24" name="Foliennummernplatzhalter 8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fld id="{B5CEABB6-07DC-46E8-9B57-56EC44A396E5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Schlussbemerku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4267200" y="1615736"/>
            <a:ext cx="4179570" cy="1524735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algn="l">
              <a:defRPr sz="3200" spc="1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Formatvorlage des Untertitelmasters durch Klicken bearbeiten</a:t>
            </a:r>
            <a:endParaRPr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umsplatzhalter 6"/>
          <p:cNvSpPr>
            <a:spLocks noGrp="1"/>
          </p:cNvSpPr>
          <p:nvPr>
            <p:ph type="dt" sz="half" idx="10"/>
          </p:nvPr>
        </p:nvSpPr>
        <p:spPr bwMode="auto"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endParaRPr dirty="0"/>
          </a:p>
        </p:txBody>
      </p:sp>
      <p:sp>
        <p:nvSpPr>
          <p:cNvPr id="10" name="Fußzeilenplatzhalter 7"/>
          <p:cNvSpPr>
            <a:spLocks noGrp="1"/>
          </p:cNvSpPr>
          <p:nvPr>
            <p:ph type="ftr" sz="quarter" idx="11"/>
          </p:nvPr>
        </p:nvSpPr>
        <p:spPr bwMode="auto"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endParaRPr sz="900" dirty="0"/>
          </a:p>
        </p:txBody>
      </p:sp>
      <p:sp>
        <p:nvSpPr>
          <p:cNvPr id="11" name="Foliennummernplatzhalter 8"/>
          <p:cNvSpPr>
            <a:spLocks noGrp="1"/>
          </p:cNvSpPr>
          <p:nvPr>
            <p:ph type="sldNum" sz="quarter" idx="12"/>
          </p:nvPr>
        </p:nvSpPr>
        <p:spPr bwMode="auto"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>
              <a:defRPr/>
            </a:pPr>
            <a:fld id="{B5CEABB6-07DC-46E8-9B57-56EC44A396E5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Textmasterformat durch Klicken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10021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4343400" y="6356350"/>
            <a:ext cx="35051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10390908" y="6356350"/>
            <a:ext cx="9628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5CEABB6-07DC-46E8-9B57-56EC44A396E5}" type="slidenum">
              <a:rPr lang="de-DE"/>
              <a:t>‹Nr.›</a:t>
            </a:fld>
            <a:endParaRPr lang="de-DE"/>
          </a:p>
        </p:txBody>
      </p:sp>
      <p:sp>
        <p:nvSpPr>
          <p:cNvPr id="7" name="Titelplatzhalter 6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hdr="0"/>
  <p:txStyles>
    <p:titleStyle>
      <a:lvl1pPr algn="l" defTabSz="914400">
        <a:lnSpc>
          <a:spcPct val="90000"/>
        </a:lnSpc>
        <a:spcBef>
          <a:spcPts val="0"/>
        </a:spcBef>
        <a:buNone/>
        <a:defRPr sz="44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5920168" y="1152770"/>
            <a:ext cx="5747528" cy="8463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0000"/>
          </a:bodyPr>
          <a:lstStyle/>
          <a:p>
            <a:pPr>
              <a:defRPr/>
            </a:pPr>
            <a:r>
              <a:rPr lang="en-US" sz="3000" b="1" dirty="0"/>
              <a:t>Learning to refer: How Scene complexity Affects emergent communication in Neural Agent</a:t>
            </a:r>
            <a:endParaRPr lang="en-US" dirty="0"/>
          </a:p>
        </p:txBody>
      </p:sp>
      <p:sp>
        <p:nvSpPr>
          <p:cNvPr id="3" name="Untertitel 2"/>
          <p:cNvSpPr>
            <a:spLocks noGrp="1"/>
          </p:cNvSpPr>
          <p:nvPr>
            <p:ph type="body" sz="quarter" idx="13"/>
          </p:nvPr>
        </p:nvSpPr>
        <p:spPr bwMode="auto">
          <a:xfrm>
            <a:off x="5922254" y="2774315"/>
            <a:ext cx="5433204" cy="365125"/>
          </a:xfrm>
        </p:spPr>
        <p:txBody>
          <a:bodyPr rtlCol="0">
            <a:normAutofit lnSpcReduction="10000"/>
          </a:bodyPr>
          <a:lstStyle/>
          <a:p>
            <a:pPr>
              <a:defRPr/>
            </a:pPr>
            <a:r>
              <a:rPr lang="en-US" dirty="0"/>
              <a:t>Dominik Künkele &amp; Simon Dobnik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5"/>
          </p:nvPr>
        </p:nvSpPr>
        <p:spPr bwMode="auto">
          <a:xfrm>
            <a:off x="5921828" y="3113899"/>
            <a:ext cx="5431971" cy="88737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University of Gothenburg</a:t>
            </a:r>
            <a:br>
              <a:rPr lang="en-US" dirty="0"/>
            </a:br>
            <a:r>
              <a:rPr lang="en-US" dirty="0"/>
              <a:t>08-09-2025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22"/>
          </p:nvPr>
        </p:nvSpPr>
        <p:spPr bwMode="auto"/>
        <p:txBody>
          <a:bodyPr/>
          <a:lstStyle/>
          <a:p>
            <a:pPr>
              <a:defRPr/>
            </a:pPr>
            <a:fld id="{B5CEABB6-07DC-46E8-9B57-56EC44A396E5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:w="http://schemas.openxmlformats.org/wordprocessingml/2006/main" xmlns:m="http://schemas.openxmlformats.org/officeDocument/2006/math" xmlns="">
      <p:transition spd="med" advClick="1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5987005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4660692" y="2571233"/>
            <a:ext cx="7054158" cy="1715530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algn="l">
              <a:defRPr sz="3600" spc="14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 sz="3600" b="0" i="0" u="none" strike="noStrike" cap="all" spc="149">
                <a:solidFill>
                  <a:schemeClr val="tx1">
                    <a:lumMod val="75000"/>
                    <a:lumOff val="25000"/>
                  </a:schemeClr>
                </a:solidFill>
                <a:latin typeface="Tenorite"/>
                <a:ea typeface="Tenorite"/>
                <a:cs typeface="Tenorite"/>
              </a:rPr>
              <a:t>limits of the</a:t>
            </a:r>
            <a:br>
              <a:rPr lang="de-DE" sz="3600" b="0" i="0" u="none" strike="noStrike" cap="all" spc="149">
                <a:solidFill>
                  <a:schemeClr val="tx1">
                    <a:lumMod val="75000"/>
                    <a:lumOff val="25000"/>
                  </a:schemeClr>
                </a:solidFill>
                <a:latin typeface="Tenorite"/>
                <a:ea typeface="Tenorite"/>
                <a:cs typeface="Tenorite"/>
              </a:rPr>
            </a:br>
            <a:r>
              <a:rPr lang="de-DE" sz="3600" b="1" i="0" u="none" strike="noStrike" cap="all" spc="149">
                <a:solidFill>
                  <a:schemeClr val="tx1">
                    <a:lumMod val="75000"/>
                    <a:lumOff val="25000"/>
                  </a:schemeClr>
                </a:solidFill>
                <a:latin typeface="Tenorite"/>
                <a:ea typeface="Tenorite"/>
                <a:cs typeface="Tenorite"/>
              </a:rPr>
              <a:t>agents’ architectures</a:t>
            </a:r>
            <a:r>
              <a:rPr lang="de-DE" sz="3600" b="0" i="0" u="none" strike="noStrike" cap="all" spc="149">
                <a:solidFill>
                  <a:schemeClr val="tx1">
                    <a:lumMod val="75000"/>
                    <a:lumOff val="25000"/>
                  </a:schemeClr>
                </a:solidFill>
                <a:latin typeface="Tenorite"/>
                <a:ea typeface="Tenorite"/>
                <a:cs typeface="Tenorite"/>
              </a:rPr>
              <a:t>, </a:t>
            </a:r>
            <a:br>
              <a:rPr lang="de-DE" sz="3600" b="0" i="0" u="none" strike="noStrike" cap="all" spc="149">
                <a:solidFill>
                  <a:schemeClr val="tx1">
                    <a:lumMod val="75000"/>
                    <a:lumOff val="25000"/>
                  </a:schemeClr>
                </a:solidFill>
                <a:latin typeface="Tenorite"/>
                <a:ea typeface="Tenorite"/>
                <a:cs typeface="Tenorite"/>
              </a:rPr>
            </a:br>
            <a:r>
              <a:rPr lang="de-DE" sz="3600" b="1" i="0" u="none" strike="noStrike" cap="all" spc="149">
                <a:solidFill>
                  <a:schemeClr val="tx1">
                    <a:lumMod val="75000"/>
                    <a:lumOff val="25000"/>
                  </a:schemeClr>
                </a:solidFill>
                <a:latin typeface="Tenorite"/>
                <a:ea typeface="Tenorite"/>
                <a:cs typeface="Tenorite"/>
              </a:rPr>
              <a:t>the environment</a:t>
            </a:r>
            <a:r>
              <a:rPr lang="de-DE" sz="3600" b="0" i="0" u="none" strike="noStrike" cap="all" spc="149">
                <a:solidFill>
                  <a:schemeClr val="tx1">
                    <a:lumMod val="75000"/>
                    <a:lumOff val="25000"/>
                  </a:schemeClr>
                </a:solidFill>
                <a:latin typeface="Tenorite"/>
                <a:ea typeface="Tenorite"/>
                <a:cs typeface="Tenorite"/>
              </a:rPr>
              <a:t>, and </a:t>
            </a:r>
            <a:r>
              <a:rPr lang="de-DE" sz="3600" b="1" i="0" u="none" strike="noStrike" cap="all" spc="149">
                <a:solidFill>
                  <a:schemeClr val="tx1">
                    <a:lumMod val="75000"/>
                    <a:lumOff val="25000"/>
                  </a:schemeClr>
                </a:solidFill>
                <a:latin typeface="Tenorite"/>
                <a:ea typeface="Tenorite"/>
                <a:cs typeface="Tenorite"/>
              </a:rPr>
              <a:t>input representations</a:t>
            </a:r>
            <a:endParaRPr lang="de-DE" sz="3600" b="0" i="0" u="none" strike="noStrike" cap="all" spc="149">
              <a:solidFill>
                <a:schemeClr val="tx1">
                  <a:lumMod val="75000"/>
                  <a:lumOff val="25000"/>
                </a:schemeClr>
              </a:solidFill>
              <a:latin typeface="Tenorite"/>
              <a:cs typeface="Tenorit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889836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4660692" y="2571233"/>
            <a:ext cx="7054157" cy="1715530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algn="l">
              <a:defRPr sz="3600" spc="14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 sz="3600" b="1" i="0" u="none" strike="noStrike" cap="all" spc="149">
                <a:solidFill>
                  <a:schemeClr val="tx1">
                    <a:lumMod val="75000"/>
                    <a:lumOff val="25000"/>
                  </a:schemeClr>
                </a:solidFill>
                <a:latin typeface="Tenorite"/>
                <a:ea typeface="Tenorite"/>
                <a:cs typeface="Tenorite"/>
              </a:rPr>
              <a:t>Alignment </a:t>
            </a:r>
            <a:r>
              <a:rPr lang="de-DE" sz="3600" b="0" i="0" u="none" strike="noStrike" cap="all" spc="149">
                <a:solidFill>
                  <a:schemeClr val="tx1">
                    <a:lumMod val="75000"/>
                    <a:lumOff val="25000"/>
                  </a:schemeClr>
                </a:solidFill>
                <a:latin typeface="Tenorite"/>
                <a:ea typeface="Tenorite"/>
                <a:cs typeface="Tenorite"/>
              </a:rPr>
              <a:t>with Referring Expressions in </a:t>
            </a:r>
            <a:r>
              <a:rPr lang="de-DE" sz="3600" b="1" i="0" u="none" strike="noStrike" cap="all" spc="149">
                <a:solidFill>
                  <a:schemeClr val="tx1">
                    <a:lumMod val="75000"/>
                    <a:lumOff val="25000"/>
                  </a:schemeClr>
                </a:solidFill>
                <a:latin typeface="Tenorite"/>
                <a:ea typeface="Tenorite"/>
                <a:cs typeface="Tenorite"/>
              </a:rPr>
              <a:t>natural Languages</a:t>
            </a:r>
            <a:endParaRPr lang="de-DE" sz="3600" b="0" i="0" u="none" strike="noStrike" cap="all" spc="149">
              <a:solidFill>
                <a:schemeClr val="tx1">
                  <a:lumMod val="75000"/>
                  <a:lumOff val="25000"/>
                </a:schemeClr>
              </a:solidFill>
              <a:latin typeface="Tenorite"/>
              <a:cs typeface="Tenorit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8956309" name="Textplatzhalter 15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37920" y="2469514"/>
            <a:ext cx="6317537" cy="74204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>
            <a:lvl1pPr marL="0" indent="0">
              <a:buNone/>
              <a:defRPr lang="en-US" sz="2000" cap="all" spc="149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450000" algn="l"/>
              </a:tabLst>
              <a:defRPr/>
            </a:pPr>
            <a:r>
              <a:rPr sz="2800" b="1"/>
              <a:t>I</a:t>
            </a:r>
            <a:r>
              <a:rPr sz="2800"/>
              <a:t>   CREATION OF DATASETS</a:t>
            </a:r>
            <a:endParaRPr sz="8000"/>
          </a:p>
        </p:txBody>
      </p:sp>
      <p:sp>
        <p:nvSpPr>
          <p:cNvPr id="1410582522" name="Textplatzhalter 15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5037920" y="3569310"/>
            <a:ext cx="6317537" cy="74204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>
            <a:lvl1pPr marL="0" indent="0">
              <a:buNone/>
              <a:defRPr lang="en-US" sz="2000" cap="all" spc="149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450000" algn="l"/>
              </a:tabLst>
              <a:defRPr/>
            </a:pPr>
            <a:r>
              <a:rPr sz="2800" b="1"/>
              <a:t>II</a:t>
            </a:r>
            <a:r>
              <a:rPr sz="2800"/>
              <a:t>  VALIDATION OF DATASETS</a:t>
            </a:r>
            <a:endParaRPr sz="8000"/>
          </a:p>
        </p:txBody>
      </p:sp>
      <p:sp>
        <p:nvSpPr>
          <p:cNvPr id="329693838" name="Textplatzhalter 15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037920" y="4669106"/>
            <a:ext cx="6317537" cy="74204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>
            <a:lvl1pPr marL="0" indent="0">
              <a:buNone/>
              <a:defRPr lang="en-US" sz="2000" cap="all" spc="149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sz="2800" b="1"/>
              <a:t>III</a:t>
            </a:r>
            <a:r>
              <a:rPr sz="2800"/>
              <a:t> LANGUAGE GAMES</a:t>
            </a:r>
            <a:endParaRPr sz="8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582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693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697089" name="Datumsplatzhalter 1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1367360251" name="Fußzeilenplatzhalter 1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sz="900" dirty="0"/>
          </a:p>
        </p:txBody>
      </p:sp>
      <p:sp>
        <p:nvSpPr>
          <p:cNvPr id="1793690516" name="Foliennummernplatzhalt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885425B-DF2F-B8C0-7833-2E47C76BFEDB}" type="slidenum">
              <a:rPr lang="de-DE"/>
              <a:t>5</a:t>
            </a:fld>
            <a:endParaRPr lang="de-DE"/>
          </a:p>
        </p:txBody>
      </p:sp>
      <p:pic>
        <p:nvPicPr>
          <p:cNvPr id="1162880505" name="Grafik 116288050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62074" y="1550185"/>
            <a:ext cx="5297924" cy="3531949"/>
          </a:xfrm>
          <a:prstGeom prst="rect">
            <a:avLst/>
          </a:prstGeom>
        </p:spPr>
      </p:pic>
      <p:sp>
        <p:nvSpPr>
          <p:cNvPr id="1204273060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1362074" y="5198717"/>
            <a:ext cx="5111749" cy="8714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sz="2600"/>
              <a:t>small green cylinder</a:t>
            </a:r>
          </a:p>
        </p:txBody>
      </p:sp>
      <p:sp>
        <p:nvSpPr>
          <p:cNvPr id="1130840797" name="Textplatzhalter 2"/>
          <p:cNvSpPr>
            <a:spLocks noGrp="1"/>
          </p:cNvSpPr>
          <p:nvPr/>
        </p:nvSpPr>
        <p:spPr bwMode="auto">
          <a:xfrm>
            <a:off x="1362074" y="787871"/>
            <a:ext cx="5111749" cy="762314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>
              <a:lnSpc>
                <a:spcPct val="100000"/>
              </a:lnSpc>
              <a:spcBef>
                <a:spcPts val="999"/>
              </a:spcBef>
              <a:buFont typeface="Arial"/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sz="3600"/>
              <a:t>DALE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27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7983132" name="Datumsplatzhalter 1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228345608" name="Fußzeilenplatzhalter 1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sz="900" dirty="0"/>
          </a:p>
        </p:txBody>
      </p:sp>
      <p:sp>
        <p:nvSpPr>
          <p:cNvPr id="1779557345" name="Foliennummernplatzhalt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92EE335-2BA4-138F-264D-7DAB6359B6F7}" type="slidenum">
              <a:rPr lang="de-DE"/>
              <a:t>6</a:t>
            </a:fld>
            <a:endParaRPr lang="de-DE"/>
          </a:p>
        </p:txBody>
      </p:sp>
      <p:pic>
        <p:nvPicPr>
          <p:cNvPr id="21246586" name="Grafik 2124658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62074" y="1550184"/>
            <a:ext cx="5297925" cy="3531949"/>
          </a:xfrm>
          <a:prstGeom prst="rect">
            <a:avLst/>
          </a:prstGeom>
        </p:spPr>
      </p:pic>
      <p:sp>
        <p:nvSpPr>
          <p:cNvPr id="493392784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1362074" y="5198717"/>
            <a:ext cx="5111749" cy="87141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sz="2600"/>
              <a:t>small green </a:t>
            </a:r>
            <a:r>
              <a:rPr sz="2600" b="1"/>
              <a:t>cylinder</a:t>
            </a:r>
            <a:endParaRPr sz="2600"/>
          </a:p>
        </p:txBody>
      </p:sp>
      <p:sp>
        <p:nvSpPr>
          <p:cNvPr id="1384265629" name="Textplatzhalter 2"/>
          <p:cNvSpPr>
            <a:spLocks noGrp="1"/>
          </p:cNvSpPr>
          <p:nvPr/>
        </p:nvSpPr>
        <p:spPr bwMode="auto">
          <a:xfrm>
            <a:off x="1362074" y="787870"/>
            <a:ext cx="5111749" cy="762313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>
              <a:lnSpc>
                <a:spcPct val="100000"/>
              </a:lnSpc>
              <a:spcBef>
                <a:spcPts val="999"/>
              </a:spcBef>
              <a:buFont typeface="Arial"/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sz="3600"/>
              <a:t>DALE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9818749" name="Grafik 1179818748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62074" y="1550184"/>
            <a:ext cx="5297925" cy="3531950"/>
          </a:xfrm>
          <a:prstGeom prst="rect">
            <a:avLst/>
          </a:prstGeom>
        </p:spPr>
      </p:pic>
      <p:sp>
        <p:nvSpPr>
          <p:cNvPr id="1827962984" name="Datumsplatzhalter 1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1629556575" name="Fußzeilenplatzhalter 1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sz="900" dirty="0"/>
          </a:p>
        </p:txBody>
      </p:sp>
      <p:sp>
        <p:nvSpPr>
          <p:cNvPr id="1749190625" name="Foliennummernplatzhalt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94CF47-35FF-E49E-AC13-814163D98521}" type="slidenum">
              <a:rPr lang="de-DE"/>
              <a:t>7</a:t>
            </a:fld>
            <a:endParaRPr lang="de-DE"/>
          </a:p>
        </p:txBody>
      </p:sp>
      <p:sp>
        <p:nvSpPr>
          <p:cNvPr id="1888845949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1362074" y="5198717"/>
            <a:ext cx="5111749" cy="87141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sz="2600"/>
              <a:t>large blue cube</a:t>
            </a:r>
          </a:p>
        </p:txBody>
      </p:sp>
      <p:sp>
        <p:nvSpPr>
          <p:cNvPr id="1739531057" name="Textplatzhalter 2"/>
          <p:cNvSpPr>
            <a:spLocks noGrp="1"/>
          </p:cNvSpPr>
          <p:nvPr/>
        </p:nvSpPr>
        <p:spPr bwMode="auto">
          <a:xfrm>
            <a:off x="1362074" y="787870"/>
            <a:ext cx="5111749" cy="762313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>
              <a:lnSpc>
                <a:spcPct val="100000"/>
              </a:lnSpc>
              <a:spcBef>
                <a:spcPts val="999"/>
              </a:spcBef>
              <a:buFont typeface="Arial"/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sz="3600"/>
              <a:t>DALE 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8845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68422373" name="Grafik 56842237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62074" y="1550184"/>
            <a:ext cx="5297925" cy="3531949"/>
          </a:xfrm>
          <a:prstGeom prst="rect">
            <a:avLst/>
          </a:prstGeom>
        </p:spPr>
      </p:pic>
      <p:sp>
        <p:nvSpPr>
          <p:cNvPr id="820516326" name="Datumsplatzhalter 1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2024-10-07</a:t>
            </a:r>
          </a:p>
        </p:txBody>
      </p:sp>
      <p:sp>
        <p:nvSpPr>
          <p:cNvPr id="1762003308" name="Fußzeilenplatzhalter 1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Tenorite"/>
                <a:ea typeface="Arial"/>
                <a:cs typeface="Arial"/>
              </a:rPr>
              <a:t>Emergence of referring expressions through language games</a:t>
            </a:r>
            <a:endParaRPr sz="900"/>
          </a:p>
        </p:txBody>
      </p:sp>
      <p:sp>
        <p:nvSpPr>
          <p:cNvPr id="1623562109" name="Foliennummernplatzhalt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3BE41DA-C078-B438-4D8B-3DC47D982B38}" type="slidenum">
              <a:rPr lang="de-DE"/>
              <a:t>8</a:t>
            </a:fld>
            <a:endParaRPr lang="de-DE"/>
          </a:p>
        </p:txBody>
      </p:sp>
      <p:sp>
        <p:nvSpPr>
          <p:cNvPr id="2185187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1362074" y="5198716"/>
            <a:ext cx="5111749" cy="87141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sz="2600"/>
              <a:t>large </a:t>
            </a:r>
            <a:r>
              <a:rPr sz="2600" b="1"/>
              <a:t>blue cube</a:t>
            </a:r>
          </a:p>
        </p:txBody>
      </p:sp>
      <p:sp>
        <p:nvSpPr>
          <p:cNvPr id="47846223" name="Textplatzhalter 2"/>
          <p:cNvSpPr>
            <a:spLocks noGrp="1"/>
          </p:cNvSpPr>
          <p:nvPr/>
        </p:nvSpPr>
        <p:spPr bwMode="auto">
          <a:xfrm>
            <a:off x="1362074" y="787870"/>
            <a:ext cx="5111749" cy="762313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>
              <a:lnSpc>
                <a:spcPct val="100000"/>
              </a:lnSpc>
              <a:spcBef>
                <a:spcPts val="999"/>
              </a:spcBef>
              <a:buFont typeface="Arial"/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sz="3600"/>
              <a:t>DALE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8451765" name="Grafik 209845176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62074" y="1550184"/>
            <a:ext cx="5297924" cy="3531949"/>
          </a:xfrm>
          <a:prstGeom prst="rect">
            <a:avLst/>
          </a:prstGeom>
        </p:spPr>
      </p:pic>
      <p:sp>
        <p:nvSpPr>
          <p:cNvPr id="1733892091" name="Datumsplatzhalter 1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1666550619" name="Fußzeilenplatzhalter 1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sz="900" dirty="0"/>
          </a:p>
        </p:txBody>
      </p:sp>
      <p:sp>
        <p:nvSpPr>
          <p:cNvPr id="525930601" name="Foliennummernplatzhalt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9CC670F-875A-60F9-F1BB-80AF676B2CDC}" type="slidenum">
              <a:rPr lang="de-DE"/>
              <a:t>9</a:t>
            </a:fld>
            <a:endParaRPr lang="de-DE"/>
          </a:p>
        </p:txBody>
      </p:sp>
      <p:sp>
        <p:nvSpPr>
          <p:cNvPr id="1854951396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1362074" y="5198716"/>
            <a:ext cx="5111749" cy="87141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sz="2600"/>
              <a:t>small purple cylinder</a:t>
            </a:r>
          </a:p>
        </p:txBody>
      </p:sp>
      <p:sp>
        <p:nvSpPr>
          <p:cNvPr id="1368601859" name="Textplatzhalter 2"/>
          <p:cNvSpPr>
            <a:spLocks noGrp="1"/>
          </p:cNvSpPr>
          <p:nvPr/>
        </p:nvSpPr>
        <p:spPr bwMode="auto">
          <a:xfrm>
            <a:off x="1362074" y="787870"/>
            <a:ext cx="5111749" cy="762313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>
              <a:lnSpc>
                <a:spcPct val="100000"/>
              </a:lnSpc>
              <a:spcBef>
                <a:spcPts val="999"/>
              </a:spcBef>
              <a:buFont typeface="Arial"/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sz="3600"/>
              <a:t>CLEVR COLOR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95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49708522" name="Grafik 144970852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62074" y="1550184"/>
            <a:ext cx="5297924" cy="3531949"/>
          </a:xfrm>
          <a:prstGeom prst="rect">
            <a:avLst/>
          </a:prstGeom>
        </p:spPr>
      </p:pic>
      <p:sp>
        <p:nvSpPr>
          <p:cNvPr id="1099120535" name="Datumsplatzhalter 1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2024-10-07</a:t>
            </a:r>
          </a:p>
        </p:txBody>
      </p:sp>
      <p:sp>
        <p:nvSpPr>
          <p:cNvPr id="874115389" name="Fußzeilenplatzhalter 1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Tenorite"/>
                <a:ea typeface="Arial"/>
                <a:cs typeface="Arial"/>
              </a:rPr>
              <a:t>Emergence of referring expressions through language games</a:t>
            </a:r>
            <a:endParaRPr sz="900"/>
          </a:p>
        </p:txBody>
      </p:sp>
      <p:sp>
        <p:nvSpPr>
          <p:cNvPr id="1661603992" name="Foliennummernplatzhalt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80A9E64-10D8-5524-9C74-C5FC2ECBD7D6}" type="slidenum">
              <a:rPr lang="de-DE"/>
              <a:t>10</a:t>
            </a:fld>
            <a:endParaRPr lang="de-DE"/>
          </a:p>
        </p:txBody>
      </p:sp>
      <p:sp>
        <p:nvSpPr>
          <p:cNvPr id="888544764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1362074" y="5198716"/>
            <a:ext cx="5111749" cy="87141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sz="2600"/>
              <a:t>small </a:t>
            </a:r>
            <a:r>
              <a:rPr sz="2600" b="1"/>
              <a:t>purple cylinder</a:t>
            </a:r>
          </a:p>
        </p:txBody>
      </p:sp>
      <p:sp>
        <p:nvSpPr>
          <p:cNvPr id="447008709" name="Textplatzhalter 2"/>
          <p:cNvSpPr>
            <a:spLocks noGrp="1"/>
          </p:cNvSpPr>
          <p:nvPr/>
        </p:nvSpPr>
        <p:spPr bwMode="auto">
          <a:xfrm>
            <a:off x="1362074" y="787870"/>
            <a:ext cx="5111749" cy="762313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>
              <a:lnSpc>
                <a:spcPct val="100000"/>
              </a:lnSpc>
              <a:spcBef>
                <a:spcPts val="999"/>
              </a:spcBef>
              <a:buFont typeface="Arial"/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sz="3600"/>
              <a:t>CLEVR COLOR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0287295" name="Grafik 141028729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62074" y="2022253"/>
            <a:ext cx="4812214" cy="3311746"/>
          </a:xfrm>
          <a:prstGeom prst="rect">
            <a:avLst/>
          </a:prstGeom>
        </p:spPr>
      </p:pic>
      <p:sp>
        <p:nvSpPr>
          <p:cNvPr id="1790707045" name="Datumsplatzhalter 1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2024-10-07</a:t>
            </a:r>
          </a:p>
        </p:txBody>
      </p:sp>
      <p:sp>
        <p:nvSpPr>
          <p:cNvPr id="759418281" name="Fußzeilenplatzhalter 1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Tenorite"/>
                <a:ea typeface="Arial"/>
                <a:cs typeface="Arial"/>
              </a:rPr>
              <a:t>Emergence of referring expressions through language games</a:t>
            </a:r>
            <a:endParaRPr sz="900"/>
          </a:p>
        </p:txBody>
      </p:sp>
      <p:sp>
        <p:nvSpPr>
          <p:cNvPr id="1162402846" name="Foliennummernplatzhalt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094AB35-71A3-8149-82CB-DA90AB46E92C}" type="slidenum">
              <a:rPr lang="de-DE"/>
              <a:t>11</a:t>
            </a:fld>
            <a:endParaRPr lang="de-DE"/>
          </a:p>
        </p:txBody>
      </p:sp>
      <p:sp>
        <p:nvSpPr>
          <p:cNvPr id="1437490531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1362074" y="5198716"/>
            <a:ext cx="5111749" cy="87141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endParaRPr sz="2600" b="1"/>
          </a:p>
        </p:txBody>
      </p:sp>
      <p:sp>
        <p:nvSpPr>
          <p:cNvPr id="1703325321" name="Textplatzhalter 2"/>
          <p:cNvSpPr>
            <a:spLocks noGrp="1"/>
          </p:cNvSpPr>
          <p:nvPr/>
        </p:nvSpPr>
        <p:spPr bwMode="auto">
          <a:xfrm>
            <a:off x="1362074" y="787870"/>
            <a:ext cx="7042602" cy="76231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>
            <a:lvl1pPr marL="0" indent="0" algn="l" defTabSz="914400">
              <a:lnSpc>
                <a:spcPct val="100000"/>
              </a:lnSpc>
              <a:spcBef>
                <a:spcPts val="999"/>
              </a:spcBef>
              <a:buFont typeface="Arial"/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sz="3600"/>
              <a:t>OBJECT IDENTIFICATION</a:t>
            </a:r>
          </a:p>
        </p:txBody>
      </p:sp>
      <p:pic>
        <p:nvPicPr>
          <p:cNvPr id="605181805" name="Grafik 605181804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407809" y="2208738"/>
            <a:ext cx="4992291" cy="2938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8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707383" name="Grafik 2270738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61012" y="1717706"/>
            <a:ext cx="5112812" cy="4142934"/>
          </a:xfrm>
          <a:prstGeom prst="rect">
            <a:avLst/>
          </a:prstGeom>
        </p:spPr>
      </p:pic>
      <p:sp>
        <p:nvSpPr>
          <p:cNvPr id="725075712" name="Datumsplatzhalter 1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2024-10-07</a:t>
            </a:r>
          </a:p>
        </p:txBody>
      </p:sp>
      <p:sp>
        <p:nvSpPr>
          <p:cNvPr id="1357938521" name="Fußzeilenplatzhalter 1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Tenorite"/>
                <a:ea typeface="Arial"/>
                <a:cs typeface="Arial"/>
              </a:rPr>
              <a:t>Emergence of referring expressions through language games</a:t>
            </a:r>
            <a:endParaRPr sz="900"/>
          </a:p>
        </p:txBody>
      </p:sp>
      <p:sp>
        <p:nvSpPr>
          <p:cNvPr id="1051774598" name="Foliennummernplatzhalt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9F0A00F-267E-8F51-1034-E8D4153D31F0}" type="slidenum">
              <a:rPr lang="de-DE"/>
              <a:t>12</a:t>
            </a:fld>
            <a:endParaRPr lang="de-DE"/>
          </a:p>
        </p:txBody>
      </p:sp>
      <p:sp>
        <p:nvSpPr>
          <p:cNvPr id="1557427359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1362074" y="5198716"/>
            <a:ext cx="5111749" cy="87141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endParaRPr sz="2600" b="1"/>
          </a:p>
        </p:txBody>
      </p:sp>
      <p:sp>
        <p:nvSpPr>
          <p:cNvPr id="347725411" name="Textplatzhalter 2"/>
          <p:cNvSpPr>
            <a:spLocks noGrp="1"/>
          </p:cNvSpPr>
          <p:nvPr/>
        </p:nvSpPr>
        <p:spPr bwMode="auto">
          <a:xfrm>
            <a:off x="1362074" y="787870"/>
            <a:ext cx="10333914" cy="76231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>
            <a:lvl1pPr marL="0" indent="0" algn="l" defTabSz="914400">
              <a:lnSpc>
                <a:spcPct val="100000"/>
              </a:lnSpc>
              <a:spcBef>
                <a:spcPts val="999"/>
              </a:spcBef>
              <a:buFont typeface="Arial"/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sz="3600"/>
              <a:t>REFERRING EXPRESSION GENERATION</a:t>
            </a:r>
          </a:p>
        </p:txBody>
      </p:sp>
      <p:pic>
        <p:nvPicPr>
          <p:cNvPr id="1030756541" name="Grafik 1030756540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662521" y="1855965"/>
            <a:ext cx="5130127" cy="38664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756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6761321" name="Datumsplatzhalter 1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2024-10-07</a:t>
            </a:r>
          </a:p>
        </p:txBody>
      </p:sp>
      <p:sp>
        <p:nvSpPr>
          <p:cNvPr id="434889727" name="Fußzeilenplatzhalter 1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Tenorite"/>
                <a:ea typeface="Arial"/>
                <a:cs typeface="Arial"/>
              </a:rPr>
              <a:t>Emergence of referring expressions through language games</a:t>
            </a:r>
            <a:endParaRPr sz="900"/>
          </a:p>
        </p:txBody>
      </p:sp>
      <p:sp>
        <p:nvSpPr>
          <p:cNvPr id="658583184" name="Foliennummernplatzhalt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EF79833-A26A-DAAC-E187-68F199F49F73}" type="slidenum">
              <a:rPr lang="de-DE"/>
              <a:t>13</a:t>
            </a:fld>
            <a:endParaRPr lang="de-DE"/>
          </a:p>
        </p:txBody>
      </p:sp>
      <p:sp>
        <p:nvSpPr>
          <p:cNvPr id="292435277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1362074" y="5198716"/>
            <a:ext cx="5111749" cy="87141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endParaRPr sz="2600" b="1"/>
          </a:p>
        </p:txBody>
      </p:sp>
      <p:sp>
        <p:nvSpPr>
          <p:cNvPr id="1060230360" name="Textplatzhalter 2"/>
          <p:cNvSpPr>
            <a:spLocks noGrp="1"/>
          </p:cNvSpPr>
          <p:nvPr/>
        </p:nvSpPr>
        <p:spPr bwMode="auto">
          <a:xfrm>
            <a:off x="1362074" y="787870"/>
            <a:ext cx="10333915" cy="76231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>
            <a:lvl1pPr marL="0" indent="0" algn="l" defTabSz="914400">
              <a:lnSpc>
                <a:spcPct val="100000"/>
              </a:lnSpc>
              <a:spcBef>
                <a:spcPts val="999"/>
              </a:spcBef>
              <a:buFont typeface="Arial"/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sz="3600"/>
              <a:t>REFERENCE RESOLUTION</a:t>
            </a:r>
          </a:p>
        </p:txBody>
      </p:sp>
      <p:pic>
        <p:nvPicPr>
          <p:cNvPr id="1443867796" name="Grafik 144386779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19212" y="1550181"/>
            <a:ext cx="2262187" cy="3854702"/>
          </a:xfrm>
          <a:prstGeom prst="rect">
            <a:avLst/>
          </a:prstGeom>
        </p:spPr>
      </p:pic>
      <p:pic>
        <p:nvPicPr>
          <p:cNvPr id="797389227" name="Grafik 797389226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124324" y="2082121"/>
            <a:ext cx="7229475" cy="27908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38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375305" name="Textfeld 1709375304"/>
          <p:cNvSpPr txBox="1"/>
          <p:nvPr/>
        </p:nvSpPr>
        <p:spPr bwMode="auto">
          <a:xfrm>
            <a:off x="1435354" y="2059320"/>
            <a:ext cx="6547986" cy="3411504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txBody>
          <a:bodyPr/>
          <a:lstStyle/>
          <a:p>
            <a:pPr algn="l">
              <a:defRPr/>
            </a:pPr>
            <a:r>
              <a:rPr sz="1200" b="1" cap="small" spc="55">
                <a:solidFill>
                  <a:srgbClr val="000000"/>
                </a:solidFill>
                <a:latin typeface="Arial"/>
                <a:cs typeface="Arial"/>
              </a:rPr>
              <a:t>Game</a:t>
            </a:r>
            <a:endParaRPr/>
          </a:p>
        </p:txBody>
      </p:sp>
      <p:sp>
        <p:nvSpPr>
          <p:cNvPr id="1553308881" name="Textfeld 1553308880"/>
          <p:cNvSpPr txBox="1"/>
          <p:nvPr/>
        </p:nvSpPr>
        <p:spPr bwMode="auto">
          <a:xfrm>
            <a:off x="4896536" y="2680282"/>
            <a:ext cx="2859298" cy="2050789"/>
          </a:xfrm>
          <a:prstGeom prst="rect">
            <a:avLst/>
          </a:prstGeom>
          <a:solidFill>
            <a:srgbClr val="B5CBE4"/>
          </a:solidFill>
          <a:ln>
            <a:noFill/>
          </a:ln>
          <a:effectLst/>
        </p:spPr>
        <p:txBody>
          <a:bodyPr lIns="91440" tIns="45720" rIns="91440" bIns="45720" anchor="b"/>
          <a:lstStyle/>
          <a:p>
            <a:pPr algn="l">
              <a:defRPr/>
            </a:pPr>
            <a:r>
              <a:rPr sz="1200" b="1" cap="small" spc="55">
                <a:solidFill>
                  <a:srgbClr val="000000"/>
                </a:solidFill>
                <a:latin typeface="Arial"/>
                <a:cs typeface="Arial"/>
              </a:rPr>
              <a:t>Receiver Wrapper</a:t>
            </a:r>
            <a:endParaRPr/>
          </a:p>
        </p:txBody>
      </p:sp>
      <p:sp>
        <p:nvSpPr>
          <p:cNvPr id="1691178628" name="Textfeld 1691178627"/>
          <p:cNvSpPr txBox="1"/>
          <p:nvPr/>
        </p:nvSpPr>
        <p:spPr bwMode="auto">
          <a:xfrm>
            <a:off x="6955606" y="4280382"/>
            <a:ext cx="962218" cy="42707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algn="r">
              <a:defRPr/>
            </a:pPr>
            <a:r>
              <a:rPr sz="1100">
                <a:solidFill>
                  <a:srgbClr val="C00000"/>
                </a:solidFill>
              </a:rPr>
              <a:t>back-propagation</a:t>
            </a:r>
            <a:endParaRPr/>
          </a:p>
        </p:txBody>
      </p:sp>
      <p:sp>
        <p:nvSpPr>
          <p:cNvPr id="1343400390" name="Datumsplatzhalter 1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1375774106" name="Fußzeilenplatzhalter 1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sz="900" dirty="0"/>
          </a:p>
        </p:txBody>
      </p:sp>
      <p:sp>
        <p:nvSpPr>
          <p:cNvPr id="539664918" name="Foliennummernplatzhalt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E4F71A6-F803-1AC2-FE20-86095ACAECC8}" type="slidenum">
              <a:rPr lang="de-DE"/>
              <a:t>14</a:t>
            </a:fld>
            <a:endParaRPr lang="de-DE"/>
          </a:p>
        </p:txBody>
      </p:sp>
      <p:sp>
        <p:nvSpPr>
          <p:cNvPr id="1463658303" name="Textplatzhalter 2"/>
          <p:cNvSpPr>
            <a:spLocks noGrp="1"/>
          </p:cNvSpPr>
          <p:nvPr/>
        </p:nvSpPr>
        <p:spPr bwMode="auto">
          <a:xfrm>
            <a:off x="1362074" y="787870"/>
            <a:ext cx="10333915" cy="76231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>
            <a:lvl1pPr marL="0" indent="0" algn="l" defTabSz="914400">
              <a:lnSpc>
                <a:spcPct val="100000"/>
              </a:lnSpc>
              <a:spcBef>
                <a:spcPts val="999"/>
              </a:spcBef>
              <a:buFont typeface="Arial"/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sz="3600"/>
              <a:t>LANGUAGE GAMES</a:t>
            </a:r>
          </a:p>
        </p:txBody>
      </p:sp>
      <p:sp>
        <p:nvSpPr>
          <p:cNvPr id="1183074456" name="Textfeld 1183074455"/>
          <p:cNvSpPr txBox="1"/>
          <p:nvPr/>
        </p:nvSpPr>
        <p:spPr bwMode="auto">
          <a:xfrm>
            <a:off x="1557386" y="2627005"/>
            <a:ext cx="2813221" cy="2104426"/>
          </a:xfrm>
          <a:prstGeom prst="rect">
            <a:avLst/>
          </a:prstGeom>
          <a:solidFill>
            <a:srgbClr val="B5CBE4"/>
          </a:solidFill>
          <a:ln>
            <a:noFill/>
          </a:ln>
          <a:effectLst/>
        </p:spPr>
        <p:txBody>
          <a:bodyPr lIns="91440" tIns="45720" rIns="91440" bIns="45720" anchor="b"/>
          <a:lstStyle/>
          <a:p>
            <a:pPr algn="l">
              <a:defRPr/>
            </a:pPr>
            <a:r>
              <a:rPr sz="1200" b="1" cap="small" spc="55">
                <a:solidFill>
                  <a:srgbClr val="000000"/>
                </a:solidFill>
                <a:latin typeface="Arial"/>
                <a:cs typeface="Arial"/>
              </a:rPr>
              <a:t>Sender Wrapper</a:t>
            </a:r>
            <a:endParaRPr/>
          </a:p>
        </p:txBody>
      </p:sp>
      <p:sp>
        <p:nvSpPr>
          <p:cNvPr id="1736443780" name="Textfeld 1736443779"/>
          <p:cNvSpPr txBox="1"/>
          <p:nvPr/>
        </p:nvSpPr>
        <p:spPr bwMode="auto">
          <a:xfrm>
            <a:off x="1670059" y="2812034"/>
            <a:ext cx="1107649" cy="1502904"/>
          </a:xfrm>
          <a:prstGeom prst="rect">
            <a:avLst/>
          </a:prstGeom>
          <a:solidFill>
            <a:srgbClr val="FABB8C"/>
          </a:solidFill>
          <a:ln>
            <a:noFill/>
          </a:ln>
          <a:effectLst/>
        </p:spPr>
        <p:txBody>
          <a:bodyPr/>
          <a:lstStyle/>
          <a:p>
            <a:pPr algn="l">
              <a:defRPr/>
            </a:pPr>
            <a:r>
              <a:rPr sz="1200" b="1" cap="small" spc="55">
                <a:solidFill>
                  <a:srgbClr val="000000"/>
                </a:solidFill>
                <a:latin typeface="Arial"/>
                <a:cs typeface="Arial"/>
              </a:rPr>
              <a:t>Sender Agent</a:t>
            </a:r>
            <a:endParaRPr/>
          </a:p>
        </p:txBody>
      </p:sp>
      <p:sp>
        <p:nvSpPr>
          <p:cNvPr id="474883398" name="Textfeld 474883397"/>
          <p:cNvSpPr txBox="1"/>
          <p:nvPr/>
        </p:nvSpPr>
        <p:spPr bwMode="auto">
          <a:xfrm>
            <a:off x="6462437" y="2812034"/>
            <a:ext cx="1147246" cy="1502904"/>
          </a:xfrm>
          <a:prstGeom prst="rect">
            <a:avLst/>
          </a:prstGeom>
          <a:solidFill>
            <a:srgbClr val="FABB8C"/>
          </a:solidFill>
          <a:ln>
            <a:noFill/>
          </a:ln>
          <a:effectLst/>
        </p:spPr>
        <p:txBody>
          <a:bodyPr/>
          <a:lstStyle/>
          <a:p>
            <a:pPr algn="l">
              <a:defRPr/>
            </a:pPr>
            <a:r>
              <a:rPr sz="1200" b="1" cap="small" spc="55">
                <a:solidFill>
                  <a:srgbClr val="000000"/>
                </a:solidFill>
                <a:latin typeface="Arial"/>
                <a:cs typeface="Arial"/>
              </a:rPr>
              <a:t>Receiver Agent</a:t>
            </a:r>
            <a:endParaRPr/>
          </a:p>
        </p:txBody>
      </p:sp>
      <p:sp>
        <p:nvSpPr>
          <p:cNvPr id="1255188380" name="Textfeld 1255188379"/>
          <p:cNvSpPr txBox="1"/>
          <p:nvPr/>
        </p:nvSpPr>
        <p:spPr bwMode="auto">
          <a:xfrm>
            <a:off x="3161445" y="3385118"/>
            <a:ext cx="883023" cy="6033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 lIns="91440" tIns="45720" rIns="91440" bIns="45720" anchor="ctr"/>
          <a:lstStyle/>
          <a:p>
            <a:pPr marL="0" algn="ctr">
              <a:defRPr/>
            </a:pPr>
            <a:r>
              <a:rPr sz="1400" strike="noStrike">
                <a:latin typeface="Cantarell"/>
                <a:cs typeface="Cantarell"/>
              </a:rPr>
              <a:t>RNN</a:t>
            </a:r>
            <a:endParaRPr/>
          </a:p>
        </p:txBody>
      </p:sp>
      <p:sp>
        <p:nvSpPr>
          <p:cNvPr id="666128750" name="Gerade Verbindung 666128749"/>
          <p:cNvSpPr/>
          <p:nvPr/>
        </p:nvSpPr>
        <p:spPr bwMode="auto">
          <a:xfrm flipV="1">
            <a:off x="3262239" y="4035597"/>
            <a:ext cx="0" cy="15118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7587085" name="Gerade Verbindung 1967587084"/>
          <p:cNvSpPr/>
          <p:nvPr/>
        </p:nvSpPr>
        <p:spPr bwMode="auto">
          <a:xfrm>
            <a:off x="4043389" y="3686779"/>
            <a:ext cx="161988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718924" name="Gerade Verbindung 175718923"/>
          <p:cNvSpPr/>
          <p:nvPr/>
        </p:nvSpPr>
        <p:spPr bwMode="auto">
          <a:xfrm flipV="1">
            <a:off x="3262239" y="3231767"/>
            <a:ext cx="0" cy="1515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7113510" name="Gerade Verbindung 727113509"/>
          <p:cNvSpPr/>
          <p:nvPr/>
        </p:nvSpPr>
        <p:spPr bwMode="auto">
          <a:xfrm flipV="1">
            <a:off x="3600617" y="3231767"/>
            <a:ext cx="0" cy="1515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748957" name="Gerade Verbindung 654748956"/>
          <p:cNvSpPr/>
          <p:nvPr/>
        </p:nvSpPr>
        <p:spPr bwMode="auto">
          <a:xfrm flipV="1">
            <a:off x="3942596" y="3236087"/>
            <a:ext cx="0" cy="1515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674568" name="Textfeld 1829674567"/>
          <p:cNvSpPr txBox="1"/>
          <p:nvPr/>
        </p:nvSpPr>
        <p:spPr bwMode="auto">
          <a:xfrm>
            <a:off x="5076524" y="4193987"/>
            <a:ext cx="1239760" cy="240007"/>
          </a:xfrm>
          <a:prstGeom prst="rect">
            <a:avLst/>
          </a:prstGeom>
          <a:noFill/>
          <a:ln w="19050">
            <a:solidFill>
              <a:srgbClr val="205967"/>
            </a:solidFill>
            <a:prstDash val="dash"/>
          </a:ln>
          <a:effectLst/>
        </p:spPr>
        <p:txBody>
          <a:bodyPr lIns="36003" tIns="36003" rIns="36003" bIns="36003" anchor="t">
            <a:spAutoFit/>
          </a:bodyPr>
          <a:lstStyle/>
          <a:p>
            <a:pPr marL="0" algn="l">
              <a:lnSpc>
                <a:spcPct val="100000"/>
              </a:lnSpc>
              <a:defRPr/>
            </a:pPr>
            <a:r>
              <a:rPr sz="1100" strike="noStrike">
                <a:solidFill>
                  <a:srgbClr val="000000"/>
                </a:solidFill>
                <a:latin typeface="Cantarell"/>
                <a:cs typeface="Cantarell"/>
              </a:rPr>
              <a:t>     m</a:t>
            </a:r>
            <a:r>
              <a:rPr sz="1100" strike="noStrike" baseline="-25000">
                <a:solidFill>
                  <a:srgbClr val="000000"/>
                </a:solidFill>
                <a:latin typeface="Cantarell"/>
                <a:cs typeface="Cantarell"/>
              </a:rPr>
              <a:t>0       </a:t>
            </a:r>
            <a:r>
              <a:rPr sz="1100" strike="noStrike">
                <a:solidFill>
                  <a:srgbClr val="000000"/>
                </a:solidFill>
                <a:latin typeface="Cantarell"/>
                <a:cs typeface="Cantarell"/>
              </a:rPr>
              <a:t> m</a:t>
            </a:r>
            <a:r>
              <a:rPr sz="1100" strike="noStrike" baseline="-25000">
                <a:solidFill>
                  <a:srgbClr val="000000"/>
                </a:solidFill>
                <a:latin typeface="Cantarell"/>
                <a:cs typeface="Cantarell"/>
              </a:rPr>
              <a:t>1    </a:t>
            </a:r>
            <a:r>
              <a:rPr sz="1100" strike="noStrike">
                <a:solidFill>
                  <a:srgbClr val="000000"/>
                </a:solidFill>
                <a:latin typeface="Cantarell"/>
                <a:cs typeface="Cantarell"/>
              </a:rPr>
              <a:t>&lt;eos&gt;</a:t>
            </a:r>
            <a:endParaRPr/>
          </a:p>
        </p:txBody>
      </p:sp>
      <p:sp>
        <p:nvSpPr>
          <p:cNvPr id="321931419" name="Gerade Verbindung 321931418"/>
          <p:cNvSpPr/>
          <p:nvPr/>
        </p:nvSpPr>
        <p:spPr bwMode="auto">
          <a:xfrm>
            <a:off x="2776269" y="3673820"/>
            <a:ext cx="381574" cy="358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628135" name="Textfeld 497628134"/>
          <p:cNvSpPr txBox="1"/>
          <p:nvPr/>
        </p:nvSpPr>
        <p:spPr bwMode="auto">
          <a:xfrm>
            <a:off x="2797868" y="3394971"/>
            <a:ext cx="435211" cy="3051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r>
              <a:rPr sz="1400"/>
              <a:t>h</a:t>
            </a:r>
            <a:r>
              <a:rPr sz="1400" baseline="-25000"/>
              <a:t>0</a:t>
            </a:r>
            <a:endParaRPr/>
          </a:p>
        </p:txBody>
      </p:sp>
      <p:sp>
        <p:nvSpPr>
          <p:cNvPr id="1910581859" name="Textfeld 1910581858"/>
          <p:cNvSpPr txBox="1"/>
          <p:nvPr/>
        </p:nvSpPr>
        <p:spPr bwMode="auto">
          <a:xfrm>
            <a:off x="5238514" y="3362799"/>
            <a:ext cx="883023" cy="6033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 lIns="91440" tIns="45720" rIns="91440" bIns="45720" anchor="ctr"/>
          <a:lstStyle/>
          <a:p>
            <a:pPr marL="0" algn="ctr">
              <a:defRPr/>
            </a:pPr>
            <a:r>
              <a:rPr sz="1400" strike="noStrike">
                <a:latin typeface="Cantarell"/>
                <a:cs typeface="Cantarell"/>
              </a:rPr>
              <a:t>RNN</a:t>
            </a:r>
            <a:endParaRPr/>
          </a:p>
        </p:txBody>
      </p:sp>
      <p:sp>
        <p:nvSpPr>
          <p:cNvPr id="1177824310" name="Gerade Verbindung 1177824309"/>
          <p:cNvSpPr/>
          <p:nvPr/>
        </p:nvSpPr>
        <p:spPr bwMode="auto">
          <a:xfrm flipV="1">
            <a:off x="5339308" y="4013998"/>
            <a:ext cx="0" cy="15118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370470" name="Gerade Verbindung 529370469"/>
          <p:cNvSpPr/>
          <p:nvPr/>
        </p:nvSpPr>
        <p:spPr bwMode="auto">
          <a:xfrm>
            <a:off x="6120459" y="3664460"/>
            <a:ext cx="341977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1975937" name="Gerade Verbindung 1161975936"/>
          <p:cNvSpPr/>
          <p:nvPr/>
        </p:nvSpPr>
        <p:spPr bwMode="auto">
          <a:xfrm flipV="1">
            <a:off x="5339308" y="3209449"/>
            <a:ext cx="0" cy="1515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0973608" name="Gerade Verbindung 1810973607"/>
          <p:cNvSpPr/>
          <p:nvPr/>
        </p:nvSpPr>
        <p:spPr bwMode="auto">
          <a:xfrm flipV="1">
            <a:off x="5677686" y="3209449"/>
            <a:ext cx="0" cy="1515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7307968" name="Gerade Verbindung 237307967"/>
          <p:cNvSpPr/>
          <p:nvPr/>
        </p:nvSpPr>
        <p:spPr bwMode="auto">
          <a:xfrm flipV="1">
            <a:off x="6019665" y="3213768"/>
            <a:ext cx="0" cy="1515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163653" name="Gerade Verbindung 1059163652"/>
          <p:cNvSpPr/>
          <p:nvPr/>
        </p:nvSpPr>
        <p:spPr bwMode="auto">
          <a:xfrm flipV="1">
            <a:off x="3604217" y="4028397"/>
            <a:ext cx="0" cy="15118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344648" name="Gerade Verbindung 547344647"/>
          <p:cNvSpPr/>
          <p:nvPr/>
        </p:nvSpPr>
        <p:spPr bwMode="auto">
          <a:xfrm flipV="1">
            <a:off x="3942596" y="4017598"/>
            <a:ext cx="0" cy="15118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941287" name="Gerade Verbindung 431941286"/>
          <p:cNvSpPr/>
          <p:nvPr/>
        </p:nvSpPr>
        <p:spPr bwMode="auto">
          <a:xfrm flipV="1">
            <a:off x="5677686" y="4013998"/>
            <a:ext cx="0" cy="15118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8576952" name="Gerade Verbindung 768576951"/>
          <p:cNvSpPr/>
          <p:nvPr/>
        </p:nvSpPr>
        <p:spPr bwMode="auto">
          <a:xfrm flipV="1">
            <a:off x="6019665" y="4017598"/>
            <a:ext cx="0" cy="15118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806469" name="Gerade Verbindung 810806468"/>
          <p:cNvSpPr/>
          <p:nvPr/>
        </p:nvSpPr>
        <p:spPr bwMode="auto">
          <a:xfrm>
            <a:off x="4601354" y="4319979"/>
            <a:ext cx="475169" cy="0"/>
          </a:xfrm>
          <a:prstGeom prst="line">
            <a:avLst/>
          </a:prstGeom>
          <a:ln w="19050">
            <a:solidFill>
              <a:srgbClr val="205967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942234" name="Gerade Verbindung 71942233"/>
          <p:cNvSpPr/>
          <p:nvPr/>
        </p:nvSpPr>
        <p:spPr bwMode="auto">
          <a:xfrm>
            <a:off x="4226977" y="3105774"/>
            <a:ext cx="392374" cy="0"/>
          </a:xfrm>
          <a:prstGeom prst="line">
            <a:avLst/>
          </a:prstGeom>
          <a:ln w="19050">
            <a:solidFill>
              <a:srgbClr val="205967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107238" name="Gerade Verbindung 486107237"/>
          <p:cNvSpPr/>
          <p:nvPr/>
        </p:nvSpPr>
        <p:spPr bwMode="auto">
          <a:xfrm>
            <a:off x="4619353" y="3108655"/>
            <a:ext cx="0" cy="1207722"/>
          </a:xfrm>
          <a:prstGeom prst="line">
            <a:avLst/>
          </a:prstGeom>
          <a:ln w="19050">
            <a:solidFill>
              <a:srgbClr val="205967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723516" name="Textfeld 1508723515"/>
          <p:cNvSpPr txBox="1"/>
          <p:nvPr/>
        </p:nvSpPr>
        <p:spPr bwMode="auto">
          <a:xfrm>
            <a:off x="4576156" y="3489511"/>
            <a:ext cx="436291" cy="33563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r>
              <a:rPr sz="1600"/>
              <a:t>m</a:t>
            </a:r>
            <a:endParaRPr/>
          </a:p>
        </p:txBody>
      </p:sp>
      <p:sp>
        <p:nvSpPr>
          <p:cNvPr id="723747771" name="Textfeld 723747770"/>
          <p:cNvSpPr txBox="1"/>
          <p:nvPr/>
        </p:nvSpPr>
        <p:spPr bwMode="auto">
          <a:xfrm>
            <a:off x="6107631" y="3403496"/>
            <a:ext cx="436291" cy="3051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r>
              <a:rPr sz="1400"/>
              <a:t>h</a:t>
            </a:r>
            <a:r>
              <a:rPr sz="1400" baseline="-25000"/>
              <a:t>n</a:t>
            </a:r>
            <a:endParaRPr/>
          </a:p>
        </p:txBody>
      </p:sp>
      <p:sp>
        <p:nvSpPr>
          <p:cNvPr id="82898537" name="Textfeld 82898536"/>
          <p:cNvSpPr txBox="1"/>
          <p:nvPr/>
        </p:nvSpPr>
        <p:spPr bwMode="auto">
          <a:xfrm>
            <a:off x="3701411" y="2140677"/>
            <a:ext cx="1852803" cy="33563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algn="ctr">
              <a:defRPr/>
            </a:pPr>
            <a:r>
              <a:rPr sz="1600" b="1"/>
              <a:t>INPUT</a:t>
            </a:r>
            <a:endParaRPr/>
          </a:p>
        </p:txBody>
      </p:sp>
      <p:sp>
        <p:nvSpPr>
          <p:cNvPr id="817147593" name="Textfeld 817147592"/>
          <p:cNvSpPr txBox="1"/>
          <p:nvPr/>
        </p:nvSpPr>
        <p:spPr bwMode="auto">
          <a:xfrm>
            <a:off x="3856201" y="4816748"/>
            <a:ext cx="1543581" cy="57947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algn="ctr">
              <a:defRPr/>
            </a:pPr>
            <a:r>
              <a:rPr sz="1600" b="1"/>
              <a:t>GROUND TRUTH</a:t>
            </a:r>
            <a:endParaRPr/>
          </a:p>
        </p:txBody>
      </p:sp>
      <p:sp>
        <p:nvSpPr>
          <p:cNvPr id="1191265045" name="Oval 1191265044"/>
          <p:cNvSpPr/>
          <p:nvPr/>
        </p:nvSpPr>
        <p:spPr bwMode="auto">
          <a:xfrm>
            <a:off x="6581229" y="3398797"/>
            <a:ext cx="214293" cy="21429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8285281" name="Oval 1318285280"/>
          <p:cNvSpPr/>
          <p:nvPr/>
        </p:nvSpPr>
        <p:spPr bwMode="auto">
          <a:xfrm>
            <a:off x="6581229" y="3734656"/>
            <a:ext cx="214293" cy="21429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131854" name="Oval 1143131853"/>
          <p:cNvSpPr/>
          <p:nvPr/>
        </p:nvSpPr>
        <p:spPr bwMode="auto">
          <a:xfrm>
            <a:off x="6869211" y="3565827"/>
            <a:ext cx="214293" cy="21429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7718841" name="Oval 1117718840"/>
          <p:cNvSpPr/>
          <p:nvPr/>
        </p:nvSpPr>
        <p:spPr bwMode="auto">
          <a:xfrm>
            <a:off x="6869211" y="3249766"/>
            <a:ext cx="214293" cy="21429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527228" name="Oval 1558527227"/>
          <p:cNvSpPr/>
          <p:nvPr/>
        </p:nvSpPr>
        <p:spPr bwMode="auto">
          <a:xfrm>
            <a:off x="6869211" y="3866407"/>
            <a:ext cx="214293" cy="21429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6666292" name="Oval 916666291"/>
          <p:cNvSpPr/>
          <p:nvPr/>
        </p:nvSpPr>
        <p:spPr bwMode="auto">
          <a:xfrm>
            <a:off x="7175192" y="3558627"/>
            <a:ext cx="214293" cy="21429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6833548" name="Gerade Verbindung 236833547"/>
          <p:cNvSpPr/>
          <p:nvPr/>
        </p:nvSpPr>
        <p:spPr bwMode="auto">
          <a:xfrm>
            <a:off x="6764818" y="3916804"/>
            <a:ext cx="104392" cy="57595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3314325" name="Gerade Verbindung 1853314324"/>
          <p:cNvSpPr/>
          <p:nvPr/>
        </p:nvSpPr>
        <p:spPr bwMode="auto">
          <a:xfrm>
            <a:off x="7085198" y="3669500"/>
            <a:ext cx="89992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147889" name="Gerade Verbindung 155147888"/>
          <p:cNvSpPr/>
          <p:nvPr/>
        </p:nvSpPr>
        <p:spPr bwMode="auto">
          <a:xfrm>
            <a:off x="2223704" y="2308426"/>
            <a:ext cx="0" cy="503607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609153" name="Gerade Verbindung 1596609152"/>
          <p:cNvSpPr/>
          <p:nvPr/>
        </p:nvSpPr>
        <p:spPr bwMode="auto">
          <a:xfrm>
            <a:off x="7038401" y="2308426"/>
            <a:ext cx="0" cy="503607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375744" name="Gerade Verbindung 1682375743"/>
          <p:cNvSpPr/>
          <p:nvPr/>
        </p:nvSpPr>
        <p:spPr bwMode="auto">
          <a:xfrm>
            <a:off x="7038401" y="4316379"/>
            <a:ext cx="0" cy="413973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711537" name="Gerade Verbindung 591711536"/>
          <p:cNvSpPr/>
          <p:nvPr/>
        </p:nvSpPr>
        <p:spPr bwMode="auto">
          <a:xfrm>
            <a:off x="2224064" y="2310585"/>
            <a:ext cx="1981314" cy="0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475384" name="Gerade Verbindung 281475383"/>
          <p:cNvSpPr/>
          <p:nvPr/>
        </p:nvSpPr>
        <p:spPr bwMode="auto">
          <a:xfrm>
            <a:off x="5026127" y="2310585"/>
            <a:ext cx="2012272" cy="0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9753109" name="Gerade Verbindung 1839753108"/>
          <p:cNvSpPr/>
          <p:nvPr/>
        </p:nvSpPr>
        <p:spPr bwMode="auto">
          <a:xfrm>
            <a:off x="5238514" y="5108329"/>
            <a:ext cx="1112328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8621320" name="Textfeld 1988621319"/>
          <p:cNvSpPr txBox="1"/>
          <p:nvPr/>
        </p:nvSpPr>
        <p:spPr bwMode="auto">
          <a:xfrm>
            <a:off x="6415640" y="4816748"/>
            <a:ext cx="1240480" cy="57947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algn="ctr">
              <a:defRPr/>
            </a:pPr>
            <a:r>
              <a:rPr sz="1600" b="1"/>
              <a:t>LOSS FUNCTION</a:t>
            </a:r>
            <a:endParaRPr/>
          </a:p>
        </p:txBody>
      </p:sp>
      <p:cxnSp>
        <p:nvCxnSpPr>
          <p:cNvPr id="1007370937" name="Gekrümmte Verbindung 1007370936"/>
          <p:cNvCxnSpPr>
            <a:cxnSpLocks/>
          </p:cNvCxnSpPr>
          <p:nvPr/>
        </p:nvCxnSpPr>
        <p:spPr bwMode="auto">
          <a:xfrm flipH="1" flipV="1">
            <a:off x="7454208" y="3903501"/>
            <a:ext cx="201551" cy="1203027"/>
          </a:xfrm>
          <a:prstGeom prst="curvedConnector4">
            <a:avLst>
              <a:gd name="adj1" fmla="val -113419"/>
              <a:gd name="adj2" fmla="val 97205"/>
            </a:avLst>
          </a:prstGeom>
          <a:ln w="28575">
            <a:solidFill>
              <a:srgbClr val="C00000"/>
            </a:solidFill>
            <a:prstDash val="dash"/>
            <a:tailEnd type="triangle"/>
          </a:ln>
          <a:effectLst/>
        </p:spPr>
      </p:cxnSp>
      <p:sp>
        <p:nvSpPr>
          <p:cNvPr id="2041206786" name="Textfeld 2041206785"/>
          <p:cNvSpPr txBox="1"/>
          <p:nvPr/>
        </p:nvSpPr>
        <p:spPr bwMode="auto">
          <a:xfrm>
            <a:off x="2999455" y="2982663"/>
            <a:ext cx="1236520" cy="240007"/>
          </a:xfrm>
          <a:prstGeom prst="rect">
            <a:avLst/>
          </a:prstGeom>
          <a:noFill/>
          <a:ln w="19050">
            <a:solidFill>
              <a:srgbClr val="205967"/>
            </a:solidFill>
            <a:prstDash val="dash"/>
          </a:ln>
          <a:effectLst/>
        </p:spPr>
        <p:txBody>
          <a:bodyPr lIns="36003" tIns="36003" rIns="36003" bIns="36003" anchor="t">
            <a:spAutoFit/>
          </a:bodyPr>
          <a:lstStyle/>
          <a:p>
            <a:pPr marL="0" algn="l">
              <a:lnSpc>
                <a:spcPct val="100000"/>
              </a:lnSpc>
              <a:defRPr/>
            </a:pPr>
            <a:r>
              <a:rPr sz="1100" strike="noStrike">
                <a:solidFill>
                  <a:srgbClr val="000000"/>
                </a:solidFill>
                <a:latin typeface="Cantarell"/>
                <a:cs typeface="Cantarell"/>
              </a:rPr>
              <a:t>     m</a:t>
            </a:r>
            <a:r>
              <a:rPr sz="1100" strike="noStrike" baseline="-25000">
                <a:solidFill>
                  <a:srgbClr val="000000"/>
                </a:solidFill>
                <a:latin typeface="Cantarell"/>
                <a:cs typeface="Cantarell"/>
              </a:rPr>
              <a:t>0        </a:t>
            </a:r>
            <a:r>
              <a:rPr sz="1100" strike="noStrike">
                <a:solidFill>
                  <a:srgbClr val="000000"/>
                </a:solidFill>
                <a:latin typeface="Cantarell"/>
                <a:cs typeface="Cantarell"/>
              </a:rPr>
              <a:t>m</a:t>
            </a:r>
            <a:r>
              <a:rPr sz="1100" strike="noStrike" baseline="-25000">
                <a:solidFill>
                  <a:srgbClr val="000000"/>
                </a:solidFill>
                <a:latin typeface="Cantarell"/>
                <a:cs typeface="Cantarell"/>
              </a:rPr>
              <a:t>1    </a:t>
            </a:r>
            <a:r>
              <a:rPr sz="1100" strike="noStrike">
                <a:solidFill>
                  <a:srgbClr val="000000"/>
                </a:solidFill>
                <a:latin typeface="Cantarell"/>
                <a:cs typeface="Cantarell"/>
              </a:rPr>
              <a:t>&lt;eos&gt;</a:t>
            </a:r>
            <a:endParaRPr/>
          </a:p>
        </p:txBody>
      </p:sp>
      <p:sp>
        <p:nvSpPr>
          <p:cNvPr id="403640237" name="Gerade Verbindung 403640236"/>
          <p:cNvSpPr/>
          <p:nvPr/>
        </p:nvSpPr>
        <p:spPr bwMode="auto">
          <a:xfrm>
            <a:off x="5076524" y="3679219"/>
            <a:ext cx="161988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cxnSp>
        <p:nvCxnSpPr>
          <p:cNvPr id="2054950026" name="Gerade Verbindung 2054950025"/>
          <p:cNvCxnSpPr>
            <a:cxnSpLocks/>
          </p:cNvCxnSpPr>
          <p:nvPr/>
        </p:nvCxnSpPr>
        <p:spPr bwMode="auto">
          <a:xfrm rot="16199969">
            <a:off x="6780042" y="3341011"/>
            <a:ext cx="73265" cy="105069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9041407" name="Gerade Verbindung 759041406"/>
          <p:cNvCxnSpPr>
            <a:cxnSpLocks/>
          </p:cNvCxnSpPr>
          <p:nvPr/>
        </p:nvCxnSpPr>
        <p:spPr bwMode="auto">
          <a:xfrm rot="10799990" flipV="1">
            <a:off x="6764140" y="3672973"/>
            <a:ext cx="105069" cy="93064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8632861" name="Gerade Verbindung 2108632860"/>
          <p:cNvCxnSpPr>
            <a:cxnSpLocks/>
          </p:cNvCxnSpPr>
          <p:nvPr/>
        </p:nvCxnSpPr>
        <p:spPr bwMode="auto">
          <a:xfrm rot="5399978" flipV="1">
            <a:off x="6674326" y="3671523"/>
            <a:ext cx="316080" cy="136452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0723052" name="Gerade Verbindung 950723051"/>
          <p:cNvCxnSpPr>
            <a:cxnSpLocks/>
          </p:cNvCxnSpPr>
          <p:nvPr/>
        </p:nvCxnSpPr>
        <p:spPr bwMode="auto">
          <a:xfrm rot="16199969">
            <a:off x="6665686" y="3531132"/>
            <a:ext cx="333360" cy="136452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3944319" name="Gerade Verbindung 1073944318"/>
          <p:cNvCxnSpPr>
            <a:cxnSpLocks/>
          </p:cNvCxnSpPr>
          <p:nvPr/>
        </p:nvCxnSpPr>
        <p:spPr bwMode="auto">
          <a:xfrm rot="10799990">
            <a:off x="6764140" y="3581708"/>
            <a:ext cx="105069" cy="91263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6179946" name="Gerade Verbindung 1806179945"/>
          <p:cNvCxnSpPr>
            <a:cxnSpLocks/>
          </p:cNvCxnSpPr>
          <p:nvPr/>
        </p:nvCxnSpPr>
        <p:spPr bwMode="auto">
          <a:xfrm rot="16199969" flipV="1">
            <a:off x="7050682" y="3434117"/>
            <a:ext cx="157331" cy="154451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6337773" name="Gerade Verbindung 1546337772"/>
          <p:cNvCxnSpPr>
            <a:cxnSpLocks/>
          </p:cNvCxnSpPr>
          <p:nvPr/>
        </p:nvCxnSpPr>
        <p:spPr bwMode="auto">
          <a:xfrm rot="16199969">
            <a:off x="7051222" y="3742437"/>
            <a:ext cx="156250" cy="154451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801155" name="Oval 233801154"/>
          <p:cNvSpPr/>
          <p:nvPr/>
        </p:nvSpPr>
        <p:spPr bwMode="auto">
          <a:xfrm>
            <a:off x="1828574" y="3427596"/>
            <a:ext cx="214293" cy="21429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918389" name="Oval 1972918388"/>
          <p:cNvSpPr/>
          <p:nvPr/>
        </p:nvSpPr>
        <p:spPr bwMode="auto">
          <a:xfrm>
            <a:off x="1828574" y="3763453"/>
            <a:ext cx="214293" cy="21429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745893" name="Oval 744745892"/>
          <p:cNvSpPr/>
          <p:nvPr/>
        </p:nvSpPr>
        <p:spPr bwMode="auto">
          <a:xfrm>
            <a:off x="2116556" y="3594624"/>
            <a:ext cx="214293" cy="21429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0323353" name="Oval 750323352"/>
          <p:cNvSpPr/>
          <p:nvPr/>
        </p:nvSpPr>
        <p:spPr bwMode="auto">
          <a:xfrm>
            <a:off x="2116556" y="3278565"/>
            <a:ext cx="214293" cy="21429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4754183" name="Oval 1374754182"/>
          <p:cNvSpPr/>
          <p:nvPr/>
        </p:nvSpPr>
        <p:spPr bwMode="auto">
          <a:xfrm>
            <a:off x="2116556" y="3895205"/>
            <a:ext cx="214293" cy="21429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3152058" name="Oval 863152057"/>
          <p:cNvSpPr/>
          <p:nvPr/>
        </p:nvSpPr>
        <p:spPr bwMode="auto">
          <a:xfrm>
            <a:off x="2422537" y="3587424"/>
            <a:ext cx="214293" cy="21429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3970365" name="Gerade Verbindung 1703970364"/>
          <p:cNvSpPr/>
          <p:nvPr/>
        </p:nvSpPr>
        <p:spPr bwMode="auto">
          <a:xfrm>
            <a:off x="2012163" y="3945602"/>
            <a:ext cx="104392" cy="57595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7114758" name="Gerade Verbindung 827114757"/>
          <p:cNvSpPr/>
          <p:nvPr/>
        </p:nvSpPr>
        <p:spPr bwMode="auto">
          <a:xfrm>
            <a:off x="2332543" y="3698298"/>
            <a:ext cx="89992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cxnSp>
        <p:nvCxnSpPr>
          <p:cNvPr id="1760784036" name="Gerade Verbindung 1760784035"/>
          <p:cNvCxnSpPr>
            <a:cxnSpLocks/>
          </p:cNvCxnSpPr>
          <p:nvPr/>
        </p:nvCxnSpPr>
        <p:spPr bwMode="auto">
          <a:xfrm rot="16199969">
            <a:off x="2027387" y="3369809"/>
            <a:ext cx="73265" cy="105069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1812908" name="Gerade Verbindung 621812907"/>
          <p:cNvCxnSpPr>
            <a:cxnSpLocks/>
          </p:cNvCxnSpPr>
          <p:nvPr/>
        </p:nvCxnSpPr>
        <p:spPr bwMode="auto">
          <a:xfrm rot="5399978" flipV="1">
            <a:off x="1921671" y="3700319"/>
            <a:ext cx="316080" cy="136452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4797691" name="Gerade Verbindung 1424797690"/>
          <p:cNvCxnSpPr>
            <a:cxnSpLocks/>
          </p:cNvCxnSpPr>
          <p:nvPr/>
        </p:nvCxnSpPr>
        <p:spPr bwMode="auto">
          <a:xfrm rot="16199969">
            <a:off x="1913031" y="3559929"/>
            <a:ext cx="333360" cy="136452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5766812" name="Gerade Verbindung 1545766811"/>
          <p:cNvCxnSpPr>
            <a:cxnSpLocks/>
          </p:cNvCxnSpPr>
          <p:nvPr/>
        </p:nvCxnSpPr>
        <p:spPr bwMode="auto">
          <a:xfrm rot="10799990">
            <a:off x="2011485" y="3610506"/>
            <a:ext cx="105069" cy="91263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0166416" name="Gerade Verbindung 2000166415"/>
          <p:cNvCxnSpPr>
            <a:cxnSpLocks/>
          </p:cNvCxnSpPr>
          <p:nvPr/>
        </p:nvCxnSpPr>
        <p:spPr bwMode="auto">
          <a:xfrm rot="16199969" flipV="1">
            <a:off x="2298027" y="3462914"/>
            <a:ext cx="157331" cy="154451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439399" name="Gerade Verbindung 106439398"/>
          <p:cNvCxnSpPr>
            <a:cxnSpLocks/>
          </p:cNvCxnSpPr>
          <p:nvPr/>
        </p:nvCxnSpPr>
        <p:spPr bwMode="auto">
          <a:xfrm rot="16199969">
            <a:off x="2298567" y="3771235"/>
            <a:ext cx="156250" cy="154451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186939" name="Gerade Verbindung 128186938"/>
          <p:cNvCxnSpPr>
            <a:cxnSpLocks/>
          </p:cNvCxnSpPr>
          <p:nvPr/>
        </p:nvCxnSpPr>
        <p:spPr bwMode="auto">
          <a:xfrm rot="16199969">
            <a:off x="2017488" y="3695769"/>
            <a:ext cx="93064" cy="105069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9230717" name="Rechteck 799230716"/>
          <p:cNvSpPr/>
          <p:nvPr/>
        </p:nvSpPr>
        <p:spPr bwMode="auto">
          <a:xfrm>
            <a:off x="1516424" y="2538824"/>
            <a:ext cx="2981324" cy="2305049"/>
          </a:xfrm>
          <a:prstGeom prst="rect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0"/>
          <a:lstStyle/>
          <a:p>
            <a:pPr algn="ctr">
              <a:defRPr/>
            </a:pPr>
            <a:r>
              <a:rPr>
                <a:solidFill>
                  <a:schemeClr val="tx1"/>
                </a:solidFill>
              </a:rPr>
              <a:t>Random messages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98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47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71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47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609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2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128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163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344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587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748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1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1206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3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188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4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107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723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806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308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576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94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24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674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097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307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975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747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058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640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37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93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074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975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862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4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178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370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375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30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4562800" name="Grafik 834562799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62074" y="1980445"/>
            <a:ext cx="7088748" cy="3428465"/>
          </a:xfrm>
          <a:prstGeom prst="rect">
            <a:avLst/>
          </a:prstGeom>
        </p:spPr>
      </p:pic>
      <p:sp>
        <p:nvSpPr>
          <p:cNvPr id="955215378" name="Datumsplatzhalter 1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2024-10-07</a:t>
            </a:r>
          </a:p>
        </p:txBody>
      </p:sp>
      <p:sp>
        <p:nvSpPr>
          <p:cNvPr id="717418957" name="Fußzeilenplatzhalter 1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Tenorite"/>
                <a:ea typeface="Arial"/>
                <a:cs typeface="Arial"/>
              </a:rPr>
              <a:t>Emergence of referring expressions through language games</a:t>
            </a:r>
            <a:endParaRPr sz="900"/>
          </a:p>
        </p:txBody>
      </p:sp>
      <p:sp>
        <p:nvSpPr>
          <p:cNvPr id="1953025079" name="Foliennummernplatzhalt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CBF0D9E-7169-54CD-9BA0-22F38E1B3F2E}" type="slidenum">
              <a:rPr lang="de-DE"/>
              <a:t>15</a:t>
            </a:fld>
            <a:endParaRPr lang="de-DE"/>
          </a:p>
        </p:txBody>
      </p:sp>
      <p:sp>
        <p:nvSpPr>
          <p:cNvPr id="626490773" name="Textplatzhalter 2"/>
          <p:cNvSpPr>
            <a:spLocks noGrp="1"/>
          </p:cNvSpPr>
          <p:nvPr/>
        </p:nvSpPr>
        <p:spPr bwMode="auto">
          <a:xfrm>
            <a:off x="1362074" y="787870"/>
            <a:ext cx="7042602" cy="76231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>
            <a:lvl1pPr marL="0" indent="0" algn="l" defTabSz="914400">
              <a:lnSpc>
                <a:spcPct val="100000"/>
              </a:lnSpc>
              <a:spcBef>
                <a:spcPts val="999"/>
              </a:spcBef>
              <a:buFont typeface="Arial"/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sz="3600"/>
              <a:t>OBJECT IDENTIFICATION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438049" name="Datumsplatzhalter 1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2024-10-07</a:t>
            </a:r>
          </a:p>
        </p:txBody>
      </p:sp>
      <p:sp>
        <p:nvSpPr>
          <p:cNvPr id="1213643606" name="Fußzeilenplatzhalter 1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Tenorite"/>
                <a:ea typeface="Arial"/>
                <a:cs typeface="Arial"/>
              </a:rPr>
              <a:t>Emergence of referring expressions through language games</a:t>
            </a:r>
            <a:endParaRPr sz="900"/>
          </a:p>
        </p:txBody>
      </p:sp>
      <p:sp>
        <p:nvSpPr>
          <p:cNvPr id="1260678899" name="Foliennummernplatzhalt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29CC54F-17A3-A0B6-7448-9B37B6F7AF60}" type="slidenum">
              <a:rPr lang="de-DE"/>
              <a:t>16</a:t>
            </a:fld>
            <a:endParaRPr lang="de-DE"/>
          </a:p>
        </p:txBody>
      </p:sp>
      <p:sp>
        <p:nvSpPr>
          <p:cNvPr id="254104990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1362074" y="5198716"/>
            <a:ext cx="5111749" cy="87141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endParaRPr sz="2600" b="1"/>
          </a:p>
        </p:txBody>
      </p:sp>
      <p:sp>
        <p:nvSpPr>
          <p:cNvPr id="358479492" name="Textplatzhalter 2"/>
          <p:cNvSpPr>
            <a:spLocks noGrp="1"/>
          </p:cNvSpPr>
          <p:nvPr/>
        </p:nvSpPr>
        <p:spPr bwMode="auto">
          <a:xfrm>
            <a:off x="1362074" y="787870"/>
            <a:ext cx="7042602" cy="76231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>
            <a:lvl1pPr marL="0" indent="0" algn="l" defTabSz="914400">
              <a:lnSpc>
                <a:spcPct val="100000"/>
              </a:lnSpc>
              <a:spcBef>
                <a:spcPts val="999"/>
              </a:spcBef>
              <a:buFont typeface="Arial"/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sz="3600"/>
              <a:t>OBJECT IDENTIFICATION</a:t>
            </a:r>
          </a:p>
        </p:txBody>
      </p:sp>
      <p:pic>
        <p:nvPicPr>
          <p:cNvPr id="2067569748" name="Grafik 206756974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918947" y="2249705"/>
            <a:ext cx="3449668" cy="2687670"/>
          </a:xfrm>
          <a:prstGeom prst="rect">
            <a:avLst/>
          </a:prstGeom>
        </p:spPr>
      </p:pic>
      <p:pic>
        <p:nvPicPr>
          <p:cNvPr id="945176121" name="Grafik 945176120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362074" y="2249705"/>
            <a:ext cx="3449668" cy="2687670"/>
          </a:xfrm>
          <a:prstGeom prst="rect">
            <a:avLst/>
          </a:prstGeom>
        </p:spPr>
      </p:pic>
      <p:pic>
        <p:nvPicPr>
          <p:cNvPr id="364719021" name="Grafik 364719020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8487623" y="2249705"/>
            <a:ext cx="3449668" cy="2687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56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719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8099077" name="Datumsplatzhalter 1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2024-10-07</a:t>
            </a:r>
          </a:p>
        </p:txBody>
      </p:sp>
      <p:sp>
        <p:nvSpPr>
          <p:cNvPr id="791549924" name="Fußzeilenplatzhalter 1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Tenorite"/>
                <a:ea typeface="Arial"/>
                <a:cs typeface="Arial"/>
              </a:rPr>
              <a:t>Emergence of referring expressions through language games</a:t>
            </a:r>
            <a:endParaRPr sz="900"/>
          </a:p>
        </p:txBody>
      </p:sp>
      <p:sp>
        <p:nvSpPr>
          <p:cNvPr id="519665270" name="Foliennummernplatzhalt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A9E9929-D2C7-4097-E66A-6A557CFAC09D}" type="slidenum">
              <a:rPr lang="de-DE"/>
              <a:t>17</a:t>
            </a:fld>
            <a:endParaRPr lang="de-DE"/>
          </a:p>
        </p:txBody>
      </p:sp>
      <p:sp>
        <p:nvSpPr>
          <p:cNvPr id="816174885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1362074" y="5198716"/>
            <a:ext cx="5111749" cy="87141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endParaRPr sz="2600" b="1"/>
          </a:p>
        </p:txBody>
      </p:sp>
      <p:sp>
        <p:nvSpPr>
          <p:cNvPr id="41558628" name="Textplatzhalter 2"/>
          <p:cNvSpPr>
            <a:spLocks noGrp="1"/>
          </p:cNvSpPr>
          <p:nvPr/>
        </p:nvSpPr>
        <p:spPr bwMode="auto">
          <a:xfrm>
            <a:off x="1362074" y="787870"/>
            <a:ext cx="10333915" cy="76231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>
            <a:lvl1pPr marL="0" indent="0" algn="l" defTabSz="914400">
              <a:lnSpc>
                <a:spcPct val="100000"/>
              </a:lnSpc>
              <a:spcBef>
                <a:spcPts val="999"/>
              </a:spcBef>
              <a:buFont typeface="Arial"/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sz="3600"/>
              <a:t>REFERRING EXPRESSION GENERATION</a:t>
            </a:r>
          </a:p>
        </p:txBody>
      </p:sp>
      <p:pic>
        <p:nvPicPr>
          <p:cNvPr id="1814053966" name="Grafik 181405396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62074" y="2022251"/>
            <a:ext cx="5255911" cy="367847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0858416" name="Grafik 163085841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918946" y="2249704"/>
            <a:ext cx="3449668" cy="2687669"/>
          </a:xfrm>
          <a:prstGeom prst="rect">
            <a:avLst/>
          </a:prstGeom>
        </p:spPr>
      </p:pic>
      <p:pic>
        <p:nvPicPr>
          <p:cNvPr id="1429725913" name="Grafik 1429725912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362074" y="2249704"/>
            <a:ext cx="3449668" cy="2687669"/>
          </a:xfrm>
          <a:prstGeom prst="rect">
            <a:avLst/>
          </a:prstGeom>
        </p:spPr>
      </p:pic>
      <p:sp>
        <p:nvSpPr>
          <p:cNvPr id="1338736236" name="Datumsplatzhalter 1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2024-10-07</a:t>
            </a:r>
          </a:p>
        </p:txBody>
      </p:sp>
      <p:sp>
        <p:nvSpPr>
          <p:cNvPr id="682425867" name="Fußzeilenplatzhalter 1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900" b="0" i="0" u="none" strike="noStrike" cap="none" spc="0">
                <a:solidFill>
                  <a:schemeClr val="tx1">
                    <a:tint val="75000"/>
                  </a:schemeClr>
                </a:solidFill>
                <a:latin typeface="Tenorite"/>
                <a:ea typeface="Arial"/>
                <a:cs typeface="Arial"/>
              </a:rPr>
              <a:t>Emergence of referring expressions through language games</a:t>
            </a:r>
            <a:endParaRPr sz="900"/>
          </a:p>
        </p:txBody>
      </p:sp>
      <p:sp>
        <p:nvSpPr>
          <p:cNvPr id="370908380" name="Foliennummernplatzhalt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5F0C487-AA12-4422-C811-BAB3D844616D}" type="slidenum">
              <a:rPr lang="de-DE"/>
              <a:t>18</a:t>
            </a:fld>
            <a:endParaRPr lang="de-DE"/>
          </a:p>
        </p:txBody>
      </p:sp>
      <p:sp>
        <p:nvSpPr>
          <p:cNvPr id="473204666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1362074" y="5198716"/>
            <a:ext cx="5111749" cy="87141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endParaRPr sz="2600" b="1"/>
          </a:p>
        </p:txBody>
      </p:sp>
      <p:sp>
        <p:nvSpPr>
          <p:cNvPr id="279391329" name="Textplatzhalter 2"/>
          <p:cNvSpPr>
            <a:spLocks noGrp="1"/>
          </p:cNvSpPr>
          <p:nvPr/>
        </p:nvSpPr>
        <p:spPr bwMode="auto">
          <a:xfrm>
            <a:off x="1362074" y="787870"/>
            <a:ext cx="9871810" cy="76231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>
            <a:lvl1pPr marL="0" indent="0" algn="l" defTabSz="914400">
              <a:lnSpc>
                <a:spcPct val="100000"/>
              </a:lnSpc>
              <a:spcBef>
                <a:spcPts val="999"/>
              </a:spcBef>
              <a:buFont typeface="Arial"/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sz="3600" b="0" i="0" u="none" strike="noStrike" cap="none" spc="49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REFERRING EXPRESSION GENERATION</a:t>
            </a:r>
            <a:endParaRPr sz="3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858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9294801" name="Grafik 90929480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62074" y="1550184"/>
            <a:ext cx="6114104" cy="4211089"/>
          </a:xfrm>
          <a:prstGeom prst="rect">
            <a:avLst/>
          </a:prstGeom>
        </p:spPr>
      </p:pic>
      <p:sp>
        <p:nvSpPr>
          <p:cNvPr id="2094778197" name="Datumsplatzhalter 1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430682685" name="Fußzeilenplatzhalter 1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sz="900" dirty="0"/>
          </a:p>
        </p:txBody>
      </p:sp>
      <p:sp>
        <p:nvSpPr>
          <p:cNvPr id="1441135901" name="Foliennummernplatzhalt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C9CBF59-CF93-4632-6E9A-4D3AF2756994}" type="slidenum">
              <a:rPr lang="de-DE"/>
              <a:t>19</a:t>
            </a:fld>
            <a:endParaRPr lang="de-DE"/>
          </a:p>
        </p:txBody>
      </p:sp>
      <p:sp>
        <p:nvSpPr>
          <p:cNvPr id="1712898010" name="Textplatzhalter 2"/>
          <p:cNvSpPr>
            <a:spLocks noGrp="1"/>
          </p:cNvSpPr>
          <p:nvPr/>
        </p:nvSpPr>
        <p:spPr bwMode="auto">
          <a:xfrm>
            <a:off x="1362074" y="787870"/>
            <a:ext cx="10333915" cy="76231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>
            <a:lvl1pPr marL="0" indent="0" algn="l" defTabSz="914400">
              <a:lnSpc>
                <a:spcPct val="100000"/>
              </a:lnSpc>
              <a:spcBef>
                <a:spcPts val="999"/>
              </a:spcBef>
              <a:buFont typeface="Arial"/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sz="3600" dirty="0"/>
              <a:t>ATTENDING IN LANGUAGE GAMES</a:t>
            </a:r>
            <a:endParaRPr sz="3600" dirty="0"/>
          </a:p>
        </p:txBody>
      </p:sp>
      <p:pic>
        <p:nvPicPr>
          <p:cNvPr id="968159197" name="Grafik 968159196"/>
          <p:cNvPicPr>
            <a:picLocks noChangeAspect="1"/>
          </p:cNvPicPr>
          <p:nvPr/>
        </p:nvPicPr>
        <p:blipFill>
          <a:blip r:embed="rId4"/>
          <a:srcRect l="70021"/>
          <a:stretch/>
        </p:blipFill>
        <p:spPr bwMode="auto">
          <a:xfrm>
            <a:off x="7751759" y="2198403"/>
            <a:ext cx="4017600" cy="2914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159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1351328" name="Grafik 77135132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62074" y="2249704"/>
            <a:ext cx="3449668" cy="2687670"/>
          </a:xfrm>
          <a:prstGeom prst="rect">
            <a:avLst/>
          </a:prstGeom>
        </p:spPr>
      </p:pic>
      <p:pic>
        <p:nvPicPr>
          <p:cNvPr id="1681368087" name="Grafik 1681368086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918946" y="2249704"/>
            <a:ext cx="3449668" cy="2687670"/>
          </a:xfrm>
          <a:prstGeom prst="rect">
            <a:avLst/>
          </a:prstGeom>
        </p:spPr>
      </p:pic>
      <p:pic>
        <p:nvPicPr>
          <p:cNvPr id="1509798986" name="Grafik 1509798985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8487623" y="2249704"/>
            <a:ext cx="3449668" cy="2687670"/>
          </a:xfrm>
          <a:prstGeom prst="rect">
            <a:avLst/>
          </a:prstGeom>
        </p:spPr>
      </p:pic>
      <p:sp>
        <p:nvSpPr>
          <p:cNvPr id="1834562315" name="Datumsplatzhalter 1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1234406871" name="Fußzeilenplatzhalter 1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sz="900" dirty="0"/>
          </a:p>
        </p:txBody>
      </p:sp>
      <p:sp>
        <p:nvSpPr>
          <p:cNvPr id="1957452323" name="Foliennummernplatzhalt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2857C1F-2C01-9965-9464-63DF5713AA09}" type="slidenum">
              <a:rPr lang="de-DE"/>
              <a:t>20</a:t>
            </a:fld>
            <a:endParaRPr lang="de-DE"/>
          </a:p>
        </p:txBody>
      </p:sp>
      <p:sp>
        <p:nvSpPr>
          <p:cNvPr id="890082294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1362074" y="5198716"/>
            <a:ext cx="5111749" cy="87141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endParaRPr sz="2600" b="1"/>
          </a:p>
        </p:txBody>
      </p:sp>
      <p:sp>
        <p:nvSpPr>
          <p:cNvPr id="227629545" name="Textplatzhalter 2"/>
          <p:cNvSpPr>
            <a:spLocks noGrp="1"/>
          </p:cNvSpPr>
          <p:nvPr/>
        </p:nvSpPr>
        <p:spPr bwMode="auto">
          <a:xfrm>
            <a:off x="1362074" y="787870"/>
            <a:ext cx="7042602" cy="76231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>
            <a:lvl1pPr marL="0" indent="0" algn="l" defTabSz="914400">
              <a:lnSpc>
                <a:spcPct val="100000"/>
              </a:lnSpc>
              <a:spcBef>
                <a:spcPts val="999"/>
              </a:spcBef>
              <a:buFont typeface="Arial"/>
              <a:buNone/>
              <a:defRPr sz="1400" spc="49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sz="3600" b="0" i="0" u="none" strike="noStrike" cap="none" spc="49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REFERENCE RESOLUTION</a:t>
            </a:r>
            <a:endParaRPr sz="3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368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798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15893272" name="Grafik 61589327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62073" y="1550183"/>
            <a:ext cx="5297924" cy="3531948"/>
          </a:xfrm>
          <a:prstGeom prst="rect">
            <a:avLst/>
          </a:prstGeom>
        </p:spPr>
      </p:pic>
      <p:sp>
        <p:nvSpPr>
          <p:cNvPr id="370674901" name="Datumsplatzhalter 1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1299837480" name="Fußzeilenplatzhalter 1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sz="900" dirty="0"/>
          </a:p>
        </p:txBody>
      </p:sp>
      <p:sp>
        <p:nvSpPr>
          <p:cNvPr id="383078535" name="Foliennummernplatzhalt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0E68FAC-2961-37A1-A534-F6E7147F7AF1}" type="slidenum">
              <a:rPr lang="de-DE"/>
              <a:t>21</a:t>
            </a:fld>
            <a:endParaRPr lang="de-DE"/>
          </a:p>
        </p:txBody>
      </p:sp>
      <p:sp>
        <p:nvSpPr>
          <p:cNvPr id="1124946298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1362073" y="5198715"/>
            <a:ext cx="5111749" cy="871409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4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sz="2600" b="1"/>
              <a:t>small cyan sphere</a:t>
            </a:r>
          </a:p>
        </p:txBody>
      </p:sp>
      <p:sp>
        <p:nvSpPr>
          <p:cNvPr id="1340288952" name="Textplatzhalter 2"/>
          <p:cNvSpPr>
            <a:spLocks noGrp="1"/>
          </p:cNvSpPr>
          <p:nvPr/>
        </p:nvSpPr>
        <p:spPr bwMode="auto">
          <a:xfrm>
            <a:off x="1362073" y="787869"/>
            <a:ext cx="5111749" cy="762312"/>
          </a:xfr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>
              <a:lnSpc>
                <a:spcPct val="100000"/>
              </a:lnSpc>
              <a:spcBef>
                <a:spcPts val="998"/>
              </a:spcBef>
              <a:buFont typeface="Arial"/>
              <a:buNone/>
              <a:defRPr sz="1400" spc="48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498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498"/>
              </a:spcBef>
              <a:buFont typeface="Arial"/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498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498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lnSpc>
                <a:spcPct val="90000"/>
              </a:lnSpc>
              <a:spcBef>
                <a:spcPts val="498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lnSpc>
                <a:spcPct val="90000"/>
              </a:lnSpc>
              <a:spcBef>
                <a:spcPts val="498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lnSpc>
                <a:spcPct val="90000"/>
              </a:lnSpc>
              <a:spcBef>
                <a:spcPts val="498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lnSpc>
                <a:spcPct val="90000"/>
              </a:lnSpc>
              <a:spcBef>
                <a:spcPts val="498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sz="3600"/>
              <a:t>„Incremental Algorithm“</a:t>
            </a:r>
          </a:p>
        </p:txBody>
      </p:sp>
      <p:sp>
        <p:nvSpPr>
          <p:cNvPr id="2054475358" name="Textplatzhalter 2"/>
          <p:cNvSpPr>
            <a:spLocks noGrp="1"/>
          </p:cNvSpPr>
          <p:nvPr/>
        </p:nvSpPr>
        <p:spPr bwMode="auto">
          <a:xfrm>
            <a:off x="6829423" y="1550182"/>
            <a:ext cx="5111748" cy="353194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>
            <a:lvl1pPr marL="0" indent="0" algn="l" defTabSz="914400">
              <a:lnSpc>
                <a:spcPct val="100000"/>
              </a:lnSpc>
              <a:spcBef>
                <a:spcPts val="999"/>
              </a:spcBef>
              <a:buFont typeface="Arial"/>
              <a:buNone/>
              <a:defRPr sz="1400" spc="48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71994" indent="-371994">
              <a:buFont typeface="Arial"/>
              <a:buChar char="–"/>
              <a:defRPr/>
            </a:pPr>
            <a:r>
              <a:rPr sz="2600" b="0"/>
              <a:t>cyan sphere</a:t>
            </a:r>
          </a:p>
          <a:p>
            <a:pPr marL="371994" indent="-371994">
              <a:buFont typeface="Arial"/>
              <a:buChar char="–"/>
              <a:defRPr/>
            </a:pPr>
            <a:r>
              <a:rPr sz="2600" b="0"/>
              <a:t>small sphere</a:t>
            </a:r>
          </a:p>
          <a:p>
            <a:pPr marL="371994" indent="-371994">
              <a:buFont typeface="Arial"/>
              <a:buChar char="–"/>
              <a:defRPr/>
            </a:pPr>
            <a:r>
              <a:rPr sz="2600" b="0"/>
              <a:t>small (object)</a:t>
            </a:r>
          </a:p>
          <a:p>
            <a:pPr marL="371994" indent="-371994">
              <a:buFont typeface="Arial"/>
              <a:buChar char="–"/>
              <a:defRPr/>
            </a:pPr>
            <a:r>
              <a:rPr sz="2600" b="0"/>
              <a:t>small cyan (object)</a:t>
            </a:r>
          </a:p>
          <a:p>
            <a:pPr marL="371994" indent="-371994">
              <a:buFont typeface="Arial"/>
              <a:buChar char="–"/>
              <a:defRPr/>
            </a:pPr>
            <a:r>
              <a:rPr sz="2600" b="0"/>
              <a:t>spherical cyan (object)</a:t>
            </a:r>
          </a:p>
          <a:p>
            <a:pPr marL="371994" indent="-371994">
              <a:buFont typeface="Arial"/>
              <a:buChar char="–"/>
              <a:defRPr/>
            </a:pPr>
            <a:endParaRPr sz="260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475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Arial"/>
        <a:cs typeface="Arial"/>
      </a:majorFont>
      <a:minorFont>
        <a:latin typeface="Tenorite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/>
      <a:bodyPr/>
      <a:lstStyle/>
    </a:txDef>
  </a:objectDefaults>
  <a:extraClrSchemeLst/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Minimalistische helle Verkaufspräsentation</Template>
  <TotalTime>0</TotalTime>
  <Words>281</Words>
  <Application>Microsoft Macintosh PowerPoint</Application>
  <DocSecurity>0</DocSecurity>
  <PresentationFormat>Breitbild</PresentationFormat>
  <Paragraphs>111</Paragraphs>
  <Slides>21</Slides>
  <Notes>21</Notes>
  <HiddenSlides>14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6" baseType="lpstr">
      <vt:lpstr>Arial</vt:lpstr>
      <vt:lpstr>Calibri</vt:lpstr>
      <vt:lpstr>Cantarell</vt:lpstr>
      <vt:lpstr>Tenorite</vt:lpstr>
      <vt:lpstr>Monoline</vt:lpstr>
      <vt:lpstr>Learning to refer: How Scene complexity Affects emergent communication in Neural Agent</vt:lpstr>
      <vt:lpstr>limits of the agents’ architectures,  the environment, and input representations</vt:lpstr>
      <vt:lpstr>Alignment with Referring Expressions in natural Languages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Verkaufspräsentation</dc:title>
  <dc:subject/>
  <dc:creator>Dominik Künkele</dc:creator>
  <cp:keywords/>
  <dc:description/>
  <cp:lastModifiedBy>Dominik Künkele</cp:lastModifiedBy>
  <cp:revision>33</cp:revision>
  <dcterms:created xsi:type="dcterms:W3CDTF">2022-10-26T22:32:02Z</dcterms:created>
  <dcterms:modified xsi:type="dcterms:W3CDTF">2025-09-08T09:11:19Z</dcterms:modified>
  <cp:category/>
  <dc:identifier/>
  <cp:contentStatus/>
  <dc:language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