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431" cy="6857568" type="custom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63713088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5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 bwMode="auto">
          <a:xfrm flipV="1">
            <a:off x="5878429" y="3414384"/>
            <a:ext cx="0" cy="16774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"/>
          <p:cNvSpPr/>
          <p:nvPr/>
        </p:nvSpPr>
        <p:spPr bwMode="auto">
          <a:xfrm>
            <a:off x="8790646" y="2438486"/>
            <a:ext cx="0" cy="66343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"/>
          <p:cNvSpPr txBox="1"/>
          <p:nvPr/>
        </p:nvSpPr>
        <p:spPr bwMode="auto">
          <a:xfrm>
            <a:off x="5363662" y="3155561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" name=""/>
          <p:cNvSpPr txBox="1"/>
          <p:nvPr/>
        </p:nvSpPr>
        <p:spPr bwMode="auto">
          <a:xfrm>
            <a:off x="5637244" y="3183279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6" name=""/>
          <p:cNvSpPr/>
          <p:nvPr/>
        </p:nvSpPr>
        <p:spPr bwMode="auto">
          <a:xfrm>
            <a:off x="5421258" y="31973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" name=""/>
          <p:cNvSpPr/>
          <p:nvPr/>
        </p:nvSpPr>
        <p:spPr bwMode="auto">
          <a:xfrm>
            <a:off x="5637244" y="31973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" name=""/>
          <p:cNvSpPr/>
          <p:nvPr/>
        </p:nvSpPr>
        <p:spPr bwMode="auto">
          <a:xfrm>
            <a:off x="6206009" y="31973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" name=""/>
          <p:cNvSpPr txBox="1"/>
          <p:nvPr/>
        </p:nvSpPr>
        <p:spPr bwMode="auto">
          <a:xfrm>
            <a:off x="6738775" y="3159880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" name=""/>
          <p:cNvSpPr txBox="1"/>
          <p:nvPr/>
        </p:nvSpPr>
        <p:spPr bwMode="auto">
          <a:xfrm>
            <a:off x="7008758" y="3187599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1" name=""/>
          <p:cNvSpPr/>
          <p:nvPr/>
        </p:nvSpPr>
        <p:spPr bwMode="auto">
          <a:xfrm>
            <a:off x="6792772" y="320163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>
            <a:off x="7008758" y="320163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" name=""/>
          <p:cNvSpPr/>
          <p:nvPr/>
        </p:nvSpPr>
        <p:spPr bwMode="auto">
          <a:xfrm>
            <a:off x="7577522" y="320163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" name=""/>
          <p:cNvSpPr txBox="1"/>
          <p:nvPr/>
        </p:nvSpPr>
        <p:spPr bwMode="auto">
          <a:xfrm>
            <a:off x="5378061" y="2602636"/>
            <a:ext cx="10360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5" name=""/>
          <p:cNvSpPr txBox="1"/>
          <p:nvPr/>
        </p:nvSpPr>
        <p:spPr bwMode="auto">
          <a:xfrm>
            <a:off x="6727976" y="2602636"/>
            <a:ext cx="1091091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6" name=""/>
          <p:cNvSpPr/>
          <p:nvPr/>
        </p:nvSpPr>
        <p:spPr bwMode="auto">
          <a:xfrm flipH="1">
            <a:off x="5939625" y="3664569"/>
            <a:ext cx="1281519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"/>
          <p:cNvSpPr txBox="1"/>
          <p:nvPr/>
        </p:nvSpPr>
        <p:spPr bwMode="auto">
          <a:xfrm>
            <a:off x="8239880" y="1683973"/>
            <a:ext cx="1110530" cy="731833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one-hot encoded attributes</a:t>
            </a:r>
            <a:endParaRPr/>
          </a:p>
        </p:txBody>
      </p:sp>
      <p:sp>
        <p:nvSpPr>
          <p:cNvPr id="18" name=""/>
          <p:cNvSpPr txBox="1"/>
          <p:nvPr/>
        </p:nvSpPr>
        <p:spPr bwMode="auto">
          <a:xfrm>
            <a:off x="8250680" y="3152321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" name=""/>
          <p:cNvSpPr txBox="1"/>
          <p:nvPr/>
        </p:nvSpPr>
        <p:spPr bwMode="auto">
          <a:xfrm>
            <a:off x="8524263" y="3180039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20" name=""/>
          <p:cNvSpPr/>
          <p:nvPr/>
        </p:nvSpPr>
        <p:spPr bwMode="auto">
          <a:xfrm>
            <a:off x="8308276" y="31937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1" name=""/>
          <p:cNvSpPr/>
          <p:nvPr/>
        </p:nvSpPr>
        <p:spPr bwMode="auto">
          <a:xfrm>
            <a:off x="8524263" y="31937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2" name=""/>
          <p:cNvSpPr/>
          <p:nvPr/>
        </p:nvSpPr>
        <p:spPr bwMode="auto">
          <a:xfrm>
            <a:off x="9093027" y="31937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3" name=""/>
          <p:cNvSpPr/>
          <p:nvPr/>
        </p:nvSpPr>
        <p:spPr bwMode="auto">
          <a:xfrm flipH="1">
            <a:off x="7332738" y="3664569"/>
            <a:ext cx="1454308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"/>
          <p:cNvSpPr/>
          <p:nvPr/>
        </p:nvSpPr>
        <p:spPr bwMode="auto">
          <a:xfrm flipH="1">
            <a:off x="5882029" y="3970549"/>
            <a:ext cx="138591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"/>
          <p:cNvSpPr/>
          <p:nvPr/>
        </p:nvSpPr>
        <p:spPr bwMode="auto">
          <a:xfrm flipH="1">
            <a:off x="7221145" y="3966950"/>
            <a:ext cx="156950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"/>
          <p:cNvSpPr/>
          <p:nvPr/>
        </p:nvSpPr>
        <p:spPr bwMode="auto">
          <a:xfrm>
            <a:off x="7188747" y="3880555"/>
            <a:ext cx="175487" cy="1754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"/>
          <p:cNvSpPr txBox="1"/>
          <p:nvPr/>
        </p:nvSpPr>
        <p:spPr bwMode="auto">
          <a:xfrm>
            <a:off x="6033219" y="4204535"/>
            <a:ext cx="1098290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softmax</a:t>
            </a:r>
            <a:endParaRPr/>
          </a:p>
        </p:txBody>
      </p:sp>
      <p:sp>
        <p:nvSpPr>
          <p:cNvPr id="28" name=""/>
          <p:cNvSpPr txBox="1"/>
          <p:nvPr/>
        </p:nvSpPr>
        <p:spPr bwMode="auto">
          <a:xfrm>
            <a:off x="5540051" y="1744810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9" name=""/>
          <p:cNvSpPr/>
          <p:nvPr/>
        </p:nvSpPr>
        <p:spPr bwMode="auto">
          <a:xfrm>
            <a:off x="5662443" y="1839124"/>
            <a:ext cx="430532" cy="43053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0" name=""/>
          <p:cNvSpPr txBox="1"/>
          <p:nvPr/>
        </p:nvSpPr>
        <p:spPr bwMode="auto">
          <a:xfrm>
            <a:off x="6929563" y="175560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1" name=""/>
          <p:cNvSpPr txBox="1"/>
          <p:nvPr/>
        </p:nvSpPr>
        <p:spPr bwMode="auto">
          <a:xfrm>
            <a:off x="7066354" y="1886281"/>
            <a:ext cx="383375" cy="3484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2" name=""/>
          <p:cNvSpPr/>
          <p:nvPr/>
        </p:nvSpPr>
        <p:spPr bwMode="auto">
          <a:xfrm>
            <a:off x="5896428" y="243848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"/>
          <p:cNvSpPr/>
          <p:nvPr/>
        </p:nvSpPr>
        <p:spPr bwMode="auto">
          <a:xfrm>
            <a:off x="7282341" y="243848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"/>
          <p:cNvSpPr/>
          <p:nvPr/>
        </p:nvSpPr>
        <p:spPr bwMode="auto">
          <a:xfrm>
            <a:off x="5896428" y="293309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"/>
          <p:cNvSpPr/>
          <p:nvPr/>
        </p:nvSpPr>
        <p:spPr bwMode="auto">
          <a:xfrm>
            <a:off x="7282341" y="291725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"/>
          <p:cNvSpPr/>
          <p:nvPr/>
        </p:nvSpPr>
        <p:spPr bwMode="auto">
          <a:xfrm>
            <a:off x="8790646" y="3405745"/>
            <a:ext cx="0" cy="57560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"/>
          <p:cNvSpPr/>
          <p:nvPr/>
        </p:nvSpPr>
        <p:spPr bwMode="auto">
          <a:xfrm flipV="1">
            <a:off x="7275141" y="3422664"/>
            <a:ext cx="0" cy="45789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"/>
          <p:cNvSpPr/>
          <p:nvPr/>
        </p:nvSpPr>
        <p:spPr bwMode="auto">
          <a:xfrm>
            <a:off x="5882029" y="3765362"/>
            <a:ext cx="0" cy="205187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" name=""/>
          <p:cNvSpPr/>
          <p:nvPr/>
        </p:nvSpPr>
        <p:spPr bwMode="auto">
          <a:xfrm>
            <a:off x="6580385" y="3977749"/>
            <a:ext cx="0" cy="24838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"/>
          <p:cNvSpPr/>
          <p:nvPr/>
        </p:nvSpPr>
        <p:spPr bwMode="auto">
          <a:xfrm flipV="1">
            <a:off x="1105130" y="2356411"/>
            <a:ext cx="0" cy="619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" name=""/>
          <p:cNvSpPr/>
          <p:nvPr/>
        </p:nvSpPr>
        <p:spPr bwMode="auto">
          <a:xfrm>
            <a:off x="1105130" y="2356411"/>
            <a:ext cx="0" cy="619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"/>
          <p:cNvSpPr txBox="1"/>
          <p:nvPr/>
        </p:nvSpPr>
        <p:spPr bwMode="auto">
          <a:xfrm>
            <a:off x="624200" y="335210"/>
            <a:ext cx="2182182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bounding box classifier</a:t>
            </a:r>
            <a:endParaRPr/>
          </a:p>
        </p:txBody>
      </p:sp>
      <p:sp>
        <p:nvSpPr>
          <p:cNvPr id="43" name=""/>
          <p:cNvSpPr txBox="1"/>
          <p:nvPr/>
        </p:nvSpPr>
        <p:spPr bwMode="auto">
          <a:xfrm rot="18899941">
            <a:off x="5088111" y="3045593"/>
            <a:ext cx="50432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endParaRPr/>
          </a:p>
        </p:txBody>
      </p:sp>
      <p:sp>
        <p:nvSpPr>
          <p:cNvPr id="44" name=""/>
          <p:cNvSpPr txBox="1"/>
          <p:nvPr/>
        </p:nvSpPr>
        <p:spPr bwMode="auto">
          <a:xfrm rot="18899941">
            <a:off x="6470371" y="3049066"/>
            <a:ext cx="50468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endParaRPr/>
          </a:p>
        </p:txBody>
      </p:sp>
      <p:sp>
        <p:nvSpPr>
          <p:cNvPr id="45" name=""/>
          <p:cNvSpPr txBox="1"/>
          <p:nvPr/>
        </p:nvSpPr>
        <p:spPr bwMode="auto">
          <a:xfrm rot="18899941">
            <a:off x="7989475" y="3038626"/>
            <a:ext cx="50468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endParaRPr/>
          </a:p>
        </p:txBody>
      </p:sp>
      <p:sp>
        <p:nvSpPr>
          <p:cNvPr id="46" name=""/>
          <p:cNvSpPr/>
          <p:nvPr/>
        </p:nvSpPr>
        <p:spPr bwMode="auto">
          <a:xfrm>
            <a:off x="5792035" y="3582134"/>
            <a:ext cx="168505" cy="16850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" name=""/>
          <p:cNvSpPr/>
          <p:nvPr/>
        </p:nvSpPr>
        <p:spPr bwMode="auto">
          <a:xfrm>
            <a:off x="1105850" y="2356411"/>
            <a:ext cx="0" cy="593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" name=""/>
          <p:cNvSpPr/>
          <p:nvPr/>
        </p:nvSpPr>
        <p:spPr bwMode="auto">
          <a:xfrm flipV="1">
            <a:off x="1105850" y="2356411"/>
            <a:ext cx="0" cy="593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" name=""/>
          <p:cNvSpPr/>
          <p:nvPr/>
        </p:nvSpPr>
        <p:spPr bwMode="auto">
          <a:xfrm>
            <a:off x="1653735" y="2782264"/>
            <a:ext cx="0" cy="5975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" name=""/>
          <p:cNvSpPr/>
          <p:nvPr/>
        </p:nvSpPr>
        <p:spPr bwMode="auto">
          <a:xfrm flipV="1">
            <a:off x="1653735" y="2782264"/>
            <a:ext cx="0" cy="5975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3880555" y="175704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" name=""/>
          <p:cNvSpPr txBox="1"/>
          <p:nvPr/>
        </p:nvSpPr>
        <p:spPr bwMode="auto">
          <a:xfrm>
            <a:off x="2312494" y="3169960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" name=""/>
          <p:cNvSpPr txBox="1"/>
          <p:nvPr/>
        </p:nvSpPr>
        <p:spPr bwMode="auto">
          <a:xfrm>
            <a:off x="2584997" y="3197678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4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5" name=""/>
          <p:cNvSpPr/>
          <p:nvPr/>
        </p:nvSpPr>
        <p:spPr bwMode="auto">
          <a:xfrm>
            <a:off x="2367930" y="321171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" name=""/>
          <p:cNvSpPr/>
          <p:nvPr/>
        </p:nvSpPr>
        <p:spPr bwMode="auto">
          <a:xfrm>
            <a:off x="2584997" y="321171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" name=""/>
          <p:cNvSpPr/>
          <p:nvPr/>
        </p:nvSpPr>
        <p:spPr bwMode="auto">
          <a:xfrm>
            <a:off x="3153401" y="321171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" name=""/>
          <p:cNvSpPr txBox="1"/>
          <p:nvPr/>
        </p:nvSpPr>
        <p:spPr bwMode="auto">
          <a:xfrm>
            <a:off x="3686167" y="3174639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" name=""/>
          <p:cNvSpPr txBox="1"/>
          <p:nvPr/>
        </p:nvSpPr>
        <p:spPr bwMode="auto">
          <a:xfrm>
            <a:off x="3959750" y="3202358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0" name=""/>
          <p:cNvSpPr/>
          <p:nvPr/>
        </p:nvSpPr>
        <p:spPr bwMode="auto">
          <a:xfrm>
            <a:off x="3740164" y="321603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" name=""/>
          <p:cNvSpPr/>
          <p:nvPr/>
        </p:nvSpPr>
        <p:spPr bwMode="auto">
          <a:xfrm>
            <a:off x="3959750" y="321603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>
            <a:off x="4524914" y="321603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" name=""/>
          <p:cNvSpPr txBox="1"/>
          <p:nvPr/>
        </p:nvSpPr>
        <p:spPr bwMode="auto">
          <a:xfrm>
            <a:off x="2991771" y="3966950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" name=""/>
          <p:cNvSpPr txBox="1"/>
          <p:nvPr/>
        </p:nvSpPr>
        <p:spPr bwMode="auto">
          <a:xfrm>
            <a:off x="3264274" y="3992148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5" name=""/>
          <p:cNvSpPr/>
          <p:nvPr/>
        </p:nvSpPr>
        <p:spPr bwMode="auto">
          <a:xfrm>
            <a:off x="3047208" y="400654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" name=""/>
          <p:cNvSpPr/>
          <p:nvPr/>
        </p:nvSpPr>
        <p:spPr bwMode="auto">
          <a:xfrm>
            <a:off x="3264274" y="400654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" name=""/>
          <p:cNvSpPr/>
          <p:nvPr/>
        </p:nvSpPr>
        <p:spPr bwMode="auto">
          <a:xfrm>
            <a:off x="3833758" y="400654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8" name=""/>
          <p:cNvSpPr txBox="1"/>
          <p:nvPr/>
        </p:nvSpPr>
        <p:spPr bwMode="auto">
          <a:xfrm rot="18899975">
            <a:off x="1939855" y="3091208"/>
            <a:ext cx="50360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19" name=""/>
          <p:cNvSpPr txBox="1"/>
          <p:nvPr/>
        </p:nvSpPr>
        <p:spPr bwMode="auto">
          <a:xfrm rot="18899975">
            <a:off x="3353432" y="3085681"/>
            <a:ext cx="50396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20" name=""/>
          <p:cNvSpPr txBox="1"/>
          <p:nvPr/>
        </p:nvSpPr>
        <p:spPr bwMode="auto">
          <a:xfrm rot="18899975">
            <a:off x="2623240" y="3898488"/>
            <a:ext cx="50504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21" name=""/>
          <p:cNvSpPr txBox="1"/>
          <p:nvPr/>
        </p:nvSpPr>
        <p:spPr bwMode="auto">
          <a:xfrm>
            <a:off x="2325813" y="2617035"/>
            <a:ext cx="103565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22" name=""/>
          <p:cNvSpPr txBox="1"/>
          <p:nvPr/>
        </p:nvSpPr>
        <p:spPr bwMode="auto">
          <a:xfrm>
            <a:off x="3675368" y="2617035"/>
            <a:ext cx="1090731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23" name=""/>
          <p:cNvSpPr/>
          <p:nvPr/>
        </p:nvSpPr>
        <p:spPr bwMode="auto">
          <a:xfrm flipH="1">
            <a:off x="2830861" y="3678968"/>
            <a:ext cx="138807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"/>
          <p:cNvSpPr/>
          <p:nvPr/>
        </p:nvSpPr>
        <p:spPr bwMode="auto">
          <a:xfrm flipV="1">
            <a:off x="5878429" y="3414384"/>
            <a:ext cx="0" cy="16774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"/>
          <p:cNvSpPr/>
          <p:nvPr/>
        </p:nvSpPr>
        <p:spPr bwMode="auto">
          <a:xfrm>
            <a:off x="3504739" y="4280130"/>
            <a:ext cx="0" cy="230385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"/>
          <p:cNvSpPr/>
          <p:nvPr/>
        </p:nvSpPr>
        <p:spPr bwMode="auto">
          <a:xfrm>
            <a:off x="2853540" y="245288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8790646" y="2272896"/>
            <a:ext cx="0" cy="82902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"/>
          <p:cNvSpPr txBox="1"/>
          <p:nvPr/>
        </p:nvSpPr>
        <p:spPr bwMode="auto">
          <a:xfrm>
            <a:off x="2992131" y="4442120"/>
            <a:ext cx="1095410" cy="51836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encoder LSTM</a:t>
            </a:r>
            <a:endParaRPr/>
          </a:p>
        </p:txBody>
      </p:sp>
      <p:sp>
        <p:nvSpPr>
          <p:cNvPr id="29" name=""/>
          <p:cNvSpPr txBox="1"/>
          <p:nvPr/>
        </p:nvSpPr>
        <p:spPr bwMode="auto">
          <a:xfrm>
            <a:off x="2513721" y="175704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0" name=""/>
          <p:cNvSpPr txBox="1"/>
          <p:nvPr/>
        </p:nvSpPr>
        <p:spPr bwMode="auto">
          <a:xfrm>
            <a:off x="2652672" y="1888081"/>
            <a:ext cx="383375" cy="3484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1" name=""/>
          <p:cNvSpPr txBox="1"/>
          <p:nvPr/>
        </p:nvSpPr>
        <p:spPr bwMode="auto">
          <a:xfrm>
            <a:off x="2358571" y="1303477"/>
            <a:ext cx="2292695" cy="3660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SENDER</a:t>
            </a:r>
            <a:endParaRPr/>
          </a:p>
        </p:txBody>
      </p:sp>
      <p:sp>
        <p:nvSpPr>
          <p:cNvPr id="32" name=""/>
          <p:cNvSpPr txBox="1"/>
          <p:nvPr/>
        </p:nvSpPr>
        <p:spPr bwMode="auto">
          <a:xfrm>
            <a:off x="5363662" y="3155561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3" name=""/>
          <p:cNvSpPr txBox="1"/>
          <p:nvPr/>
        </p:nvSpPr>
        <p:spPr bwMode="auto">
          <a:xfrm>
            <a:off x="5637244" y="3183279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34" name=""/>
          <p:cNvSpPr/>
          <p:nvPr/>
        </p:nvSpPr>
        <p:spPr bwMode="auto">
          <a:xfrm>
            <a:off x="5421258" y="31973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5" name=""/>
          <p:cNvSpPr/>
          <p:nvPr/>
        </p:nvSpPr>
        <p:spPr bwMode="auto">
          <a:xfrm>
            <a:off x="5637244" y="31973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6" name=""/>
          <p:cNvSpPr/>
          <p:nvPr/>
        </p:nvSpPr>
        <p:spPr bwMode="auto">
          <a:xfrm>
            <a:off x="6206009" y="31973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7" name=""/>
          <p:cNvSpPr txBox="1"/>
          <p:nvPr/>
        </p:nvSpPr>
        <p:spPr bwMode="auto">
          <a:xfrm>
            <a:off x="6738775" y="3159880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8" name=""/>
          <p:cNvSpPr txBox="1"/>
          <p:nvPr/>
        </p:nvSpPr>
        <p:spPr bwMode="auto">
          <a:xfrm>
            <a:off x="7008758" y="3187599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39" name=""/>
          <p:cNvSpPr/>
          <p:nvPr/>
        </p:nvSpPr>
        <p:spPr bwMode="auto">
          <a:xfrm>
            <a:off x="6792772" y="320163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0" name=""/>
          <p:cNvSpPr/>
          <p:nvPr/>
        </p:nvSpPr>
        <p:spPr bwMode="auto">
          <a:xfrm>
            <a:off x="7008758" y="320163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1" name=""/>
          <p:cNvSpPr/>
          <p:nvPr/>
        </p:nvSpPr>
        <p:spPr bwMode="auto">
          <a:xfrm>
            <a:off x="7577522" y="320163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2" name=""/>
          <p:cNvSpPr txBox="1"/>
          <p:nvPr/>
        </p:nvSpPr>
        <p:spPr bwMode="auto">
          <a:xfrm rot="18899975">
            <a:off x="4990865" y="3077147"/>
            <a:ext cx="50468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43" name=""/>
          <p:cNvSpPr txBox="1"/>
          <p:nvPr/>
        </p:nvSpPr>
        <p:spPr bwMode="auto">
          <a:xfrm rot="18899975">
            <a:off x="6405470" y="3071852"/>
            <a:ext cx="50540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44" name=""/>
          <p:cNvSpPr txBox="1"/>
          <p:nvPr/>
        </p:nvSpPr>
        <p:spPr bwMode="auto">
          <a:xfrm>
            <a:off x="5378061" y="2602636"/>
            <a:ext cx="10360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45" name=""/>
          <p:cNvSpPr txBox="1"/>
          <p:nvPr/>
        </p:nvSpPr>
        <p:spPr bwMode="auto">
          <a:xfrm>
            <a:off x="6727976" y="2602636"/>
            <a:ext cx="1091091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46" name=""/>
          <p:cNvSpPr/>
          <p:nvPr/>
        </p:nvSpPr>
        <p:spPr bwMode="auto">
          <a:xfrm flipH="1">
            <a:off x="5939625" y="3664569"/>
            <a:ext cx="1281519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" name=""/>
          <p:cNvSpPr/>
          <p:nvPr/>
        </p:nvSpPr>
        <p:spPr bwMode="auto">
          <a:xfrm>
            <a:off x="4002947" y="1851363"/>
            <a:ext cx="430532" cy="43053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8" name=""/>
          <p:cNvSpPr txBox="1"/>
          <p:nvPr/>
        </p:nvSpPr>
        <p:spPr bwMode="auto">
          <a:xfrm>
            <a:off x="5410459" y="1289078"/>
            <a:ext cx="3779761" cy="3660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RECEIVER</a:t>
            </a:r>
            <a:endParaRPr/>
          </a:p>
        </p:txBody>
      </p:sp>
      <p:sp>
        <p:nvSpPr>
          <p:cNvPr id="49" name=""/>
          <p:cNvSpPr txBox="1"/>
          <p:nvPr/>
        </p:nvSpPr>
        <p:spPr bwMode="auto">
          <a:xfrm>
            <a:off x="8239880" y="1788367"/>
            <a:ext cx="1101170" cy="51836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decoder LSTM</a:t>
            </a:r>
            <a:endParaRPr/>
          </a:p>
        </p:txBody>
      </p:sp>
      <p:sp>
        <p:nvSpPr>
          <p:cNvPr id="50" name=""/>
          <p:cNvSpPr txBox="1"/>
          <p:nvPr/>
        </p:nvSpPr>
        <p:spPr bwMode="auto">
          <a:xfrm>
            <a:off x="8250680" y="3152321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1" name=""/>
          <p:cNvSpPr txBox="1"/>
          <p:nvPr/>
        </p:nvSpPr>
        <p:spPr bwMode="auto">
          <a:xfrm>
            <a:off x="8524263" y="3180039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52" name=""/>
          <p:cNvSpPr/>
          <p:nvPr/>
        </p:nvSpPr>
        <p:spPr bwMode="auto">
          <a:xfrm>
            <a:off x="8308276" y="31937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3" name=""/>
          <p:cNvSpPr/>
          <p:nvPr/>
        </p:nvSpPr>
        <p:spPr bwMode="auto">
          <a:xfrm>
            <a:off x="8524263" y="31937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4" name=""/>
          <p:cNvSpPr/>
          <p:nvPr/>
        </p:nvSpPr>
        <p:spPr bwMode="auto">
          <a:xfrm>
            <a:off x="9093027" y="3193718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5" name=""/>
          <p:cNvSpPr txBox="1"/>
          <p:nvPr/>
        </p:nvSpPr>
        <p:spPr bwMode="auto">
          <a:xfrm rot="18899975">
            <a:off x="7935321" y="3067045"/>
            <a:ext cx="50576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56" name=""/>
          <p:cNvSpPr/>
          <p:nvPr/>
        </p:nvSpPr>
        <p:spPr bwMode="auto">
          <a:xfrm flipH="1">
            <a:off x="7332738" y="3664569"/>
            <a:ext cx="1454308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" name=""/>
          <p:cNvSpPr/>
          <p:nvPr/>
        </p:nvSpPr>
        <p:spPr bwMode="auto">
          <a:xfrm>
            <a:off x="5792035" y="3582134"/>
            <a:ext cx="175487" cy="1754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" name=""/>
          <p:cNvSpPr/>
          <p:nvPr/>
        </p:nvSpPr>
        <p:spPr bwMode="auto">
          <a:xfrm flipH="1">
            <a:off x="5882029" y="3970549"/>
            <a:ext cx="138591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" name=""/>
          <p:cNvSpPr/>
          <p:nvPr/>
        </p:nvSpPr>
        <p:spPr bwMode="auto">
          <a:xfrm flipH="1">
            <a:off x="7221145" y="3966950"/>
            <a:ext cx="156950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" name=""/>
          <p:cNvSpPr/>
          <p:nvPr/>
        </p:nvSpPr>
        <p:spPr bwMode="auto">
          <a:xfrm>
            <a:off x="7188747" y="3880555"/>
            <a:ext cx="175487" cy="17548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" name=""/>
          <p:cNvSpPr txBox="1"/>
          <p:nvPr/>
        </p:nvSpPr>
        <p:spPr bwMode="auto">
          <a:xfrm rot="18899975">
            <a:off x="8460677" y="2228869"/>
            <a:ext cx="50720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62" name=""/>
          <p:cNvSpPr txBox="1"/>
          <p:nvPr/>
        </p:nvSpPr>
        <p:spPr bwMode="auto">
          <a:xfrm>
            <a:off x="6033219" y="4204535"/>
            <a:ext cx="1098290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softmax</a:t>
            </a:r>
            <a:endParaRPr/>
          </a:p>
        </p:txBody>
      </p:sp>
      <p:sp>
        <p:nvSpPr>
          <p:cNvPr id="63" name=""/>
          <p:cNvSpPr/>
          <p:nvPr/>
        </p:nvSpPr>
        <p:spPr bwMode="auto">
          <a:xfrm>
            <a:off x="4229733" y="245288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" name=""/>
          <p:cNvSpPr/>
          <p:nvPr/>
        </p:nvSpPr>
        <p:spPr bwMode="auto">
          <a:xfrm>
            <a:off x="2844180" y="293777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" name=""/>
          <p:cNvSpPr/>
          <p:nvPr/>
        </p:nvSpPr>
        <p:spPr bwMode="auto">
          <a:xfrm>
            <a:off x="4229733" y="292229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" name=""/>
          <p:cNvSpPr/>
          <p:nvPr/>
        </p:nvSpPr>
        <p:spPr bwMode="auto">
          <a:xfrm>
            <a:off x="3504739" y="3675368"/>
            <a:ext cx="0" cy="20518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" name=""/>
          <p:cNvSpPr/>
          <p:nvPr/>
        </p:nvSpPr>
        <p:spPr bwMode="auto">
          <a:xfrm>
            <a:off x="4218934" y="3433463"/>
            <a:ext cx="0" cy="25270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" name=""/>
          <p:cNvSpPr/>
          <p:nvPr/>
        </p:nvSpPr>
        <p:spPr bwMode="auto">
          <a:xfrm>
            <a:off x="2843100" y="3422664"/>
            <a:ext cx="0" cy="25270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" name=""/>
          <p:cNvSpPr txBox="1"/>
          <p:nvPr/>
        </p:nvSpPr>
        <p:spPr bwMode="auto">
          <a:xfrm>
            <a:off x="5540051" y="1744810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0" name=""/>
          <p:cNvSpPr/>
          <p:nvPr/>
        </p:nvSpPr>
        <p:spPr bwMode="auto">
          <a:xfrm>
            <a:off x="5662443" y="1839124"/>
            <a:ext cx="430532" cy="43053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1" name=""/>
          <p:cNvSpPr txBox="1"/>
          <p:nvPr/>
        </p:nvSpPr>
        <p:spPr bwMode="auto">
          <a:xfrm>
            <a:off x="6929563" y="175560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2" name=""/>
          <p:cNvSpPr txBox="1"/>
          <p:nvPr/>
        </p:nvSpPr>
        <p:spPr bwMode="auto">
          <a:xfrm>
            <a:off x="7066354" y="1886281"/>
            <a:ext cx="383375" cy="3484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3" name=""/>
          <p:cNvSpPr/>
          <p:nvPr/>
        </p:nvSpPr>
        <p:spPr bwMode="auto">
          <a:xfrm>
            <a:off x="5896428" y="243848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"/>
          <p:cNvSpPr/>
          <p:nvPr/>
        </p:nvSpPr>
        <p:spPr bwMode="auto">
          <a:xfrm>
            <a:off x="7282341" y="243848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" name=""/>
          <p:cNvSpPr/>
          <p:nvPr/>
        </p:nvSpPr>
        <p:spPr bwMode="auto">
          <a:xfrm>
            <a:off x="5896428" y="293309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" name=""/>
          <p:cNvSpPr/>
          <p:nvPr/>
        </p:nvSpPr>
        <p:spPr bwMode="auto">
          <a:xfrm>
            <a:off x="7282341" y="291725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" name=""/>
          <p:cNvSpPr/>
          <p:nvPr/>
        </p:nvSpPr>
        <p:spPr bwMode="auto">
          <a:xfrm>
            <a:off x="8790646" y="3405745"/>
            <a:ext cx="0" cy="57560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" name=""/>
          <p:cNvSpPr/>
          <p:nvPr/>
        </p:nvSpPr>
        <p:spPr bwMode="auto">
          <a:xfrm flipV="1">
            <a:off x="7275141" y="3422664"/>
            <a:ext cx="0" cy="45789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" name=""/>
          <p:cNvSpPr/>
          <p:nvPr/>
        </p:nvSpPr>
        <p:spPr bwMode="auto">
          <a:xfrm>
            <a:off x="5882029" y="3765362"/>
            <a:ext cx="0" cy="205187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" name=""/>
          <p:cNvSpPr/>
          <p:nvPr/>
        </p:nvSpPr>
        <p:spPr bwMode="auto">
          <a:xfrm>
            <a:off x="6580385" y="3977749"/>
            <a:ext cx="0" cy="24838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" name=""/>
          <p:cNvSpPr/>
          <p:nvPr/>
        </p:nvSpPr>
        <p:spPr bwMode="auto">
          <a:xfrm>
            <a:off x="1654095" y="2780103"/>
            <a:ext cx="0" cy="6227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" name=""/>
          <p:cNvSpPr/>
          <p:nvPr/>
        </p:nvSpPr>
        <p:spPr bwMode="auto">
          <a:xfrm flipV="1">
            <a:off x="1654095" y="2780103"/>
            <a:ext cx="0" cy="6227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" name=""/>
          <p:cNvSpPr/>
          <p:nvPr/>
        </p:nvSpPr>
        <p:spPr bwMode="auto">
          <a:xfrm flipV="1">
            <a:off x="1105130" y="2356411"/>
            <a:ext cx="0" cy="619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" name=""/>
          <p:cNvSpPr/>
          <p:nvPr/>
        </p:nvSpPr>
        <p:spPr bwMode="auto">
          <a:xfrm>
            <a:off x="1105130" y="2356411"/>
            <a:ext cx="0" cy="619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" name=""/>
          <p:cNvSpPr txBox="1"/>
          <p:nvPr/>
        </p:nvSpPr>
        <p:spPr bwMode="auto">
          <a:xfrm>
            <a:off x="624200" y="335210"/>
            <a:ext cx="2173903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discriminator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624200" y="335210"/>
            <a:ext cx="2189382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coordinate predictor</a:t>
            </a:r>
            <a:endParaRPr/>
          </a:p>
        </p:txBody>
      </p:sp>
      <p:sp>
        <p:nvSpPr>
          <p:cNvPr id="3" name=""/>
          <p:cNvSpPr txBox="1"/>
          <p:nvPr/>
        </p:nvSpPr>
        <p:spPr bwMode="auto">
          <a:xfrm>
            <a:off x="3244115" y="4460119"/>
            <a:ext cx="531686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" name=""/>
          <p:cNvSpPr/>
          <p:nvPr/>
        </p:nvSpPr>
        <p:spPr bwMode="auto">
          <a:xfrm>
            <a:off x="3318270" y="449971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" name=""/>
          <p:cNvSpPr/>
          <p:nvPr/>
        </p:nvSpPr>
        <p:spPr bwMode="auto">
          <a:xfrm>
            <a:off x="3535337" y="449971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" name=""/>
          <p:cNvSpPr txBox="1"/>
          <p:nvPr/>
        </p:nvSpPr>
        <p:spPr bwMode="auto">
          <a:xfrm>
            <a:off x="2325813" y="2617035"/>
            <a:ext cx="10360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7" name=""/>
          <p:cNvSpPr/>
          <p:nvPr/>
        </p:nvSpPr>
        <p:spPr bwMode="auto">
          <a:xfrm flipH="1">
            <a:off x="2830861" y="4186536"/>
            <a:ext cx="138807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"/>
          <p:cNvSpPr/>
          <p:nvPr/>
        </p:nvSpPr>
        <p:spPr bwMode="auto">
          <a:xfrm>
            <a:off x="2853540" y="245288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"/>
          <p:cNvSpPr txBox="1"/>
          <p:nvPr/>
        </p:nvSpPr>
        <p:spPr bwMode="auto">
          <a:xfrm>
            <a:off x="2513721" y="175704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" name=""/>
          <p:cNvSpPr txBox="1"/>
          <p:nvPr/>
        </p:nvSpPr>
        <p:spPr bwMode="auto">
          <a:xfrm>
            <a:off x="2579237" y="1888081"/>
            <a:ext cx="226821" cy="20615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" name=""/>
          <p:cNvSpPr/>
          <p:nvPr/>
        </p:nvSpPr>
        <p:spPr bwMode="auto">
          <a:xfrm>
            <a:off x="2844180" y="293777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>
            <a:off x="3504739" y="4182936"/>
            <a:ext cx="0" cy="20518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"/>
          <p:cNvSpPr/>
          <p:nvPr/>
        </p:nvSpPr>
        <p:spPr bwMode="auto">
          <a:xfrm>
            <a:off x="4218934" y="2922295"/>
            <a:ext cx="0" cy="1271438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"/>
          <p:cNvSpPr/>
          <p:nvPr/>
        </p:nvSpPr>
        <p:spPr bwMode="auto">
          <a:xfrm>
            <a:off x="2835901" y="3930952"/>
            <a:ext cx="0" cy="25198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" name=""/>
          <p:cNvSpPr/>
          <p:nvPr/>
        </p:nvSpPr>
        <p:spPr bwMode="auto">
          <a:xfrm>
            <a:off x="2899617" y="1942077"/>
            <a:ext cx="224373" cy="224373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" name=""/>
          <p:cNvSpPr/>
          <p:nvPr/>
        </p:nvSpPr>
        <p:spPr bwMode="auto">
          <a:xfrm>
            <a:off x="2719988" y="2175342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" name=""/>
          <p:cNvSpPr txBox="1"/>
          <p:nvPr/>
        </p:nvSpPr>
        <p:spPr bwMode="auto">
          <a:xfrm>
            <a:off x="3581414" y="1701972"/>
            <a:ext cx="1296638" cy="731833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incremental RE of target object</a:t>
            </a:r>
            <a:endParaRPr/>
          </a:p>
        </p:txBody>
      </p:sp>
      <p:sp>
        <p:nvSpPr>
          <p:cNvPr id="18" name=""/>
          <p:cNvSpPr txBox="1"/>
          <p:nvPr/>
        </p:nvSpPr>
        <p:spPr bwMode="auto">
          <a:xfrm>
            <a:off x="3686167" y="2602636"/>
            <a:ext cx="1096490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LSTM</a:t>
            </a:r>
            <a:endParaRPr/>
          </a:p>
        </p:txBody>
      </p:sp>
      <p:sp>
        <p:nvSpPr>
          <p:cNvPr id="19" name=""/>
          <p:cNvSpPr/>
          <p:nvPr/>
        </p:nvSpPr>
        <p:spPr bwMode="auto">
          <a:xfrm>
            <a:off x="4218934" y="2438486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"/>
          <p:cNvSpPr txBox="1"/>
          <p:nvPr/>
        </p:nvSpPr>
        <p:spPr bwMode="auto">
          <a:xfrm>
            <a:off x="2710269" y="3160960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1" name=""/>
          <p:cNvSpPr txBox="1"/>
          <p:nvPr/>
        </p:nvSpPr>
        <p:spPr bwMode="auto">
          <a:xfrm>
            <a:off x="2748066" y="3209197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2" name=""/>
          <p:cNvSpPr txBox="1"/>
          <p:nvPr/>
        </p:nvSpPr>
        <p:spPr bwMode="auto">
          <a:xfrm>
            <a:off x="2786944" y="3256714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3" name=""/>
          <p:cNvSpPr txBox="1"/>
          <p:nvPr/>
        </p:nvSpPr>
        <p:spPr bwMode="auto">
          <a:xfrm>
            <a:off x="2338052" y="3639370"/>
            <a:ext cx="10378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24" name=""/>
          <p:cNvSpPr/>
          <p:nvPr/>
        </p:nvSpPr>
        <p:spPr bwMode="auto">
          <a:xfrm>
            <a:off x="2844180" y="3519138"/>
            <a:ext cx="0" cy="1634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"/>
          <p:cNvSpPr txBox="1"/>
          <p:nvPr/>
        </p:nvSpPr>
        <p:spPr bwMode="auto">
          <a:xfrm>
            <a:off x="2961533" y="4733701"/>
            <a:ext cx="1108730" cy="3966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x- and y-coordinates</a:t>
            </a:r>
            <a:endParaRPr/>
          </a:p>
        </p:txBody>
      </p:sp>
      <p:sp>
        <p:nvSpPr>
          <p:cNvPr id="26" name=""/>
          <p:cNvSpPr txBox="1"/>
          <p:nvPr/>
        </p:nvSpPr>
        <p:spPr bwMode="auto">
          <a:xfrm>
            <a:off x="6825169" y="4463718"/>
            <a:ext cx="531686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6900765" y="450331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8" name=""/>
          <p:cNvSpPr/>
          <p:nvPr/>
        </p:nvSpPr>
        <p:spPr bwMode="auto">
          <a:xfrm>
            <a:off x="7116751" y="450331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9" name=""/>
          <p:cNvSpPr txBox="1"/>
          <p:nvPr/>
        </p:nvSpPr>
        <p:spPr bwMode="auto">
          <a:xfrm>
            <a:off x="5576048" y="2621714"/>
            <a:ext cx="10363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30" name=""/>
          <p:cNvSpPr/>
          <p:nvPr/>
        </p:nvSpPr>
        <p:spPr bwMode="auto">
          <a:xfrm flipH="1">
            <a:off x="6094416" y="4182936"/>
            <a:ext cx="1954676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"/>
          <p:cNvSpPr/>
          <p:nvPr/>
        </p:nvSpPr>
        <p:spPr bwMode="auto">
          <a:xfrm>
            <a:off x="6105215" y="245756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"/>
          <p:cNvSpPr txBox="1"/>
          <p:nvPr/>
        </p:nvSpPr>
        <p:spPr bwMode="auto">
          <a:xfrm>
            <a:off x="5766836" y="176172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3" name=""/>
          <p:cNvSpPr txBox="1"/>
          <p:nvPr/>
        </p:nvSpPr>
        <p:spPr bwMode="auto">
          <a:xfrm>
            <a:off x="5831632" y="1892760"/>
            <a:ext cx="226821" cy="20615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4" name=""/>
          <p:cNvSpPr/>
          <p:nvPr/>
        </p:nvSpPr>
        <p:spPr bwMode="auto">
          <a:xfrm>
            <a:off x="6094416" y="294245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"/>
          <p:cNvSpPr/>
          <p:nvPr/>
        </p:nvSpPr>
        <p:spPr bwMode="auto">
          <a:xfrm>
            <a:off x="7084353" y="2457565"/>
            <a:ext cx="0" cy="193415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"/>
          <p:cNvSpPr/>
          <p:nvPr/>
        </p:nvSpPr>
        <p:spPr bwMode="auto">
          <a:xfrm>
            <a:off x="6087216" y="3934552"/>
            <a:ext cx="0" cy="25198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"/>
          <p:cNvSpPr/>
          <p:nvPr/>
        </p:nvSpPr>
        <p:spPr bwMode="auto">
          <a:xfrm>
            <a:off x="6152012" y="1947116"/>
            <a:ext cx="224373" cy="224373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8" name=""/>
          <p:cNvSpPr/>
          <p:nvPr/>
        </p:nvSpPr>
        <p:spPr bwMode="auto">
          <a:xfrm>
            <a:off x="5972023" y="2180382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9" name=""/>
          <p:cNvSpPr txBox="1"/>
          <p:nvPr/>
        </p:nvSpPr>
        <p:spPr bwMode="auto">
          <a:xfrm>
            <a:off x="6439994" y="1688293"/>
            <a:ext cx="1302037" cy="731833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one-hot encoded attributes</a:t>
            </a:r>
            <a:endParaRPr/>
          </a:p>
        </p:txBody>
      </p:sp>
      <p:sp>
        <p:nvSpPr>
          <p:cNvPr id="40" name=""/>
          <p:cNvSpPr txBox="1"/>
          <p:nvPr/>
        </p:nvSpPr>
        <p:spPr bwMode="auto">
          <a:xfrm>
            <a:off x="5961224" y="3166000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1" name=""/>
          <p:cNvSpPr txBox="1"/>
          <p:nvPr/>
        </p:nvSpPr>
        <p:spPr bwMode="auto">
          <a:xfrm>
            <a:off x="6000821" y="3214237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2" name=""/>
          <p:cNvSpPr txBox="1"/>
          <p:nvPr/>
        </p:nvSpPr>
        <p:spPr bwMode="auto">
          <a:xfrm>
            <a:off x="6040418" y="3261754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3" name=""/>
          <p:cNvSpPr txBox="1"/>
          <p:nvPr/>
        </p:nvSpPr>
        <p:spPr bwMode="auto">
          <a:xfrm>
            <a:off x="5590447" y="3642970"/>
            <a:ext cx="10381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44" name=""/>
          <p:cNvSpPr/>
          <p:nvPr/>
        </p:nvSpPr>
        <p:spPr bwMode="auto">
          <a:xfrm>
            <a:off x="6094416" y="3524178"/>
            <a:ext cx="0" cy="1655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" name=""/>
          <p:cNvSpPr txBox="1"/>
          <p:nvPr/>
        </p:nvSpPr>
        <p:spPr bwMode="auto">
          <a:xfrm>
            <a:off x="6540787" y="4737301"/>
            <a:ext cx="1109090" cy="3966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x- and y-coordinates</a:t>
            </a:r>
            <a:endParaRPr/>
          </a:p>
        </p:txBody>
      </p:sp>
      <p:sp>
        <p:nvSpPr>
          <p:cNvPr id="46" name=""/>
          <p:cNvSpPr txBox="1"/>
          <p:nvPr/>
        </p:nvSpPr>
        <p:spPr bwMode="auto">
          <a:xfrm>
            <a:off x="7393934" y="1808886"/>
            <a:ext cx="1311396" cy="51836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encoded locations</a:t>
            </a:r>
            <a:endParaRPr/>
          </a:p>
        </p:txBody>
      </p:sp>
      <p:sp>
        <p:nvSpPr>
          <p:cNvPr id="47" name=""/>
          <p:cNvSpPr/>
          <p:nvPr/>
        </p:nvSpPr>
        <p:spPr bwMode="auto">
          <a:xfrm>
            <a:off x="8049092" y="2440646"/>
            <a:ext cx="0" cy="174589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003171" name=""/>
          <p:cNvSpPr txBox="1"/>
          <p:nvPr/>
        </p:nvSpPr>
        <p:spPr bwMode="auto">
          <a:xfrm>
            <a:off x="624199" y="335209"/>
            <a:ext cx="2192981" cy="24419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attention predictor</a:t>
            </a:r>
            <a:endParaRPr/>
          </a:p>
        </p:txBody>
      </p:sp>
      <p:sp>
        <p:nvSpPr>
          <p:cNvPr id="1418939533" name=""/>
          <p:cNvSpPr txBox="1"/>
          <p:nvPr/>
        </p:nvSpPr>
        <p:spPr bwMode="auto">
          <a:xfrm>
            <a:off x="5576047" y="2621713"/>
            <a:ext cx="103673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782732574" name=""/>
          <p:cNvSpPr/>
          <p:nvPr/>
        </p:nvSpPr>
        <p:spPr bwMode="auto">
          <a:xfrm flipH="1" flipV="0">
            <a:off x="6094415" y="4560162"/>
            <a:ext cx="1114669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309485" name=""/>
          <p:cNvSpPr/>
          <p:nvPr/>
        </p:nvSpPr>
        <p:spPr bwMode="auto">
          <a:xfrm>
            <a:off x="6105214" y="245756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442635" name=""/>
          <p:cNvSpPr txBox="1"/>
          <p:nvPr/>
        </p:nvSpPr>
        <p:spPr bwMode="auto">
          <a:xfrm>
            <a:off x="5766835" y="176172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81751199" name=""/>
          <p:cNvSpPr txBox="1"/>
          <p:nvPr/>
        </p:nvSpPr>
        <p:spPr bwMode="auto">
          <a:xfrm>
            <a:off x="5831630" y="1892759"/>
            <a:ext cx="226820" cy="2061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869273552" name=""/>
          <p:cNvSpPr/>
          <p:nvPr/>
        </p:nvSpPr>
        <p:spPr bwMode="auto">
          <a:xfrm>
            <a:off x="6094415" y="294245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299737" name=""/>
          <p:cNvSpPr/>
          <p:nvPr/>
        </p:nvSpPr>
        <p:spPr bwMode="auto">
          <a:xfrm>
            <a:off x="6087215" y="4311778"/>
            <a:ext cx="0" cy="25198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882996" name=""/>
          <p:cNvSpPr/>
          <p:nvPr/>
        </p:nvSpPr>
        <p:spPr bwMode="auto">
          <a:xfrm>
            <a:off x="6152011" y="1947115"/>
            <a:ext cx="224372" cy="22437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73935382" name=""/>
          <p:cNvSpPr/>
          <p:nvPr/>
        </p:nvSpPr>
        <p:spPr bwMode="auto">
          <a:xfrm>
            <a:off x="5972022" y="2180381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69652488" name=""/>
          <p:cNvSpPr txBox="1"/>
          <p:nvPr/>
        </p:nvSpPr>
        <p:spPr bwMode="auto">
          <a:xfrm>
            <a:off x="5961223" y="3165999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67825717" name=""/>
          <p:cNvSpPr txBox="1"/>
          <p:nvPr/>
        </p:nvSpPr>
        <p:spPr bwMode="auto">
          <a:xfrm>
            <a:off x="6000820" y="3214236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34922407" name=""/>
          <p:cNvSpPr txBox="1"/>
          <p:nvPr/>
        </p:nvSpPr>
        <p:spPr bwMode="auto">
          <a:xfrm>
            <a:off x="6040417" y="3261752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32745672" name=""/>
          <p:cNvSpPr txBox="1"/>
          <p:nvPr/>
        </p:nvSpPr>
        <p:spPr bwMode="auto">
          <a:xfrm>
            <a:off x="5590446" y="3642969"/>
            <a:ext cx="103853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223525527" name=""/>
          <p:cNvSpPr/>
          <p:nvPr/>
        </p:nvSpPr>
        <p:spPr bwMode="auto">
          <a:xfrm>
            <a:off x="6094415" y="3524177"/>
            <a:ext cx="0" cy="16558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02657" name=""/>
          <p:cNvSpPr txBox="1"/>
          <p:nvPr/>
        </p:nvSpPr>
        <p:spPr bwMode="auto">
          <a:xfrm>
            <a:off x="6742374" y="1807805"/>
            <a:ext cx="1101889" cy="51851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decoder LSTM</a:t>
            </a:r>
            <a:endParaRPr/>
          </a:p>
        </p:txBody>
      </p:sp>
      <p:sp>
        <p:nvSpPr>
          <p:cNvPr id="79905184" name=""/>
          <p:cNvSpPr txBox="1"/>
          <p:nvPr/>
        </p:nvSpPr>
        <p:spPr bwMode="auto">
          <a:xfrm rot="18899905">
            <a:off x="6883742" y="2248353"/>
            <a:ext cx="507926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1296501917" name=""/>
          <p:cNvSpPr/>
          <p:nvPr/>
        </p:nvSpPr>
        <p:spPr bwMode="auto">
          <a:xfrm>
            <a:off x="6650759" y="4607073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816364" name=""/>
          <p:cNvSpPr/>
          <p:nvPr/>
        </p:nvSpPr>
        <p:spPr bwMode="auto">
          <a:xfrm flipH="0" flipV="0">
            <a:off x="7203735" y="2312672"/>
            <a:ext cx="0" cy="173856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613428" name=""/>
          <p:cNvSpPr txBox="1"/>
          <p:nvPr/>
        </p:nvSpPr>
        <p:spPr bwMode="auto">
          <a:xfrm>
            <a:off x="5585046" y="4028144"/>
            <a:ext cx="104105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tanh</a:t>
            </a:r>
            <a:endParaRPr/>
          </a:p>
        </p:txBody>
      </p:sp>
      <p:sp>
        <p:nvSpPr>
          <p:cNvPr id="1990945973" name=""/>
          <p:cNvSpPr/>
          <p:nvPr/>
        </p:nvSpPr>
        <p:spPr bwMode="auto">
          <a:xfrm>
            <a:off x="6089015" y="3909352"/>
            <a:ext cx="0" cy="16558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759162" name=""/>
          <p:cNvSpPr txBox="1"/>
          <p:nvPr/>
        </p:nvSpPr>
        <p:spPr bwMode="auto">
          <a:xfrm>
            <a:off x="6684507" y="4006546"/>
            <a:ext cx="104141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tanh</a:t>
            </a:r>
            <a:endParaRPr/>
          </a:p>
        </p:txBody>
      </p:sp>
      <p:sp>
        <p:nvSpPr>
          <p:cNvPr id="1494484255" name=""/>
          <p:cNvSpPr/>
          <p:nvPr/>
        </p:nvSpPr>
        <p:spPr bwMode="auto">
          <a:xfrm flipH="0" flipV="0">
            <a:off x="7209085" y="4311778"/>
            <a:ext cx="0" cy="24838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493566" name=""/>
          <p:cNvSpPr txBox="1"/>
          <p:nvPr/>
        </p:nvSpPr>
        <p:spPr bwMode="auto">
          <a:xfrm>
            <a:off x="6098445" y="4779806"/>
            <a:ext cx="1099009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softmax</a:t>
            </a:r>
            <a:endParaRPr/>
          </a:p>
        </p:txBody>
      </p:sp>
      <p:sp>
        <p:nvSpPr>
          <p:cNvPr id="133575317" name=""/>
          <p:cNvSpPr/>
          <p:nvPr/>
        </p:nvSpPr>
        <p:spPr bwMode="auto">
          <a:xfrm>
            <a:off x="6560028" y="4476019"/>
            <a:ext cx="175486" cy="1754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46382766" name=""/>
          <p:cNvCxnSpPr>
            <a:cxnSpLocks/>
          </p:cNvCxnSpPr>
          <p:nvPr/>
        </p:nvCxnSpPr>
        <p:spPr bwMode="auto">
          <a:xfrm rot="16199969" flipH="1" flipV="0">
            <a:off x="6585726" y="4501719"/>
            <a:ext cx="124087" cy="12408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299503" name=""/>
          <p:cNvCxnSpPr>
            <a:cxnSpLocks/>
          </p:cNvCxnSpPr>
          <p:nvPr/>
        </p:nvCxnSpPr>
        <p:spPr bwMode="auto">
          <a:xfrm rot="16199969" flipH="1" flipV="1">
            <a:off x="6585726" y="4501719"/>
            <a:ext cx="124087" cy="12408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624200" y="335210"/>
            <a:ext cx="2189382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coordinate predictor</a:t>
            </a:r>
            <a:endParaRPr/>
          </a:p>
        </p:txBody>
      </p:sp>
      <p:sp>
        <p:nvSpPr>
          <p:cNvPr id="18" name=""/>
          <p:cNvSpPr txBox="1"/>
          <p:nvPr/>
        </p:nvSpPr>
        <p:spPr bwMode="auto">
          <a:xfrm>
            <a:off x="6436394" y="4463718"/>
            <a:ext cx="531686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" name=""/>
          <p:cNvSpPr/>
          <p:nvPr/>
        </p:nvSpPr>
        <p:spPr bwMode="auto">
          <a:xfrm>
            <a:off x="6508390" y="450331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0" name=""/>
          <p:cNvSpPr/>
          <p:nvPr/>
        </p:nvSpPr>
        <p:spPr bwMode="auto">
          <a:xfrm>
            <a:off x="6727976" y="450331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1" name=""/>
          <p:cNvSpPr txBox="1"/>
          <p:nvPr/>
        </p:nvSpPr>
        <p:spPr bwMode="auto">
          <a:xfrm>
            <a:off x="5576048" y="2621714"/>
            <a:ext cx="10363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22" name=""/>
          <p:cNvSpPr/>
          <p:nvPr/>
        </p:nvSpPr>
        <p:spPr bwMode="auto">
          <a:xfrm flipH="1">
            <a:off x="6094416" y="4182936"/>
            <a:ext cx="1191524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"/>
          <p:cNvSpPr/>
          <p:nvPr/>
        </p:nvSpPr>
        <p:spPr bwMode="auto">
          <a:xfrm>
            <a:off x="6105215" y="245756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"/>
          <p:cNvSpPr txBox="1"/>
          <p:nvPr/>
        </p:nvSpPr>
        <p:spPr bwMode="auto">
          <a:xfrm>
            <a:off x="5766836" y="176172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5" name=""/>
          <p:cNvSpPr txBox="1"/>
          <p:nvPr/>
        </p:nvSpPr>
        <p:spPr bwMode="auto">
          <a:xfrm>
            <a:off x="5831632" y="1892760"/>
            <a:ext cx="226821" cy="20615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6" name=""/>
          <p:cNvSpPr/>
          <p:nvPr/>
        </p:nvSpPr>
        <p:spPr bwMode="auto">
          <a:xfrm>
            <a:off x="6094416" y="294245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6087216" y="3934552"/>
            <a:ext cx="0" cy="25198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"/>
          <p:cNvSpPr/>
          <p:nvPr/>
        </p:nvSpPr>
        <p:spPr bwMode="auto">
          <a:xfrm>
            <a:off x="6152012" y="1947116"/>
            <a:ext cx="224373" cy="224373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9" name=""/>
          <p:cNvSpPr/>
          <p:nvPr/>
        </p:nvSpPr>
        <p:spPr bwMode="auto">
          <a:xfrm>
            <a:off x="5972023" y="2180382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0" name=""/>
          <p:cNvSpPr txBox="1"/>
          <p:nvPr/>
        </p:nvSpPr>
        <p:spPr bwMode="auto">
          <a:xfrm>
            <a:off x="5961224" y="3166000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1" name=""/>
          <p:cNvSpPr txBox="1"/>
          <p:nvPr/>
        </p:nvSpPr>
        <p:spPr bwMode="auto">
          <a:xfrm>
            <a:off x="6000821" y="3214237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2" name=""/>
          <p:cNvSpPr txBox="1"/>
          <p:nvPr/>
        </p:nvSpPr>
        <p:spPr bwMode="auto">
          <a:xfrm>
            <a:off x="6040418" y="3261754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3" name=""/>
          <p:cNvSpPr txBox="1"/>
          <p:nvPr/>
        </p:nvSpPr>
        <p:spPr bwMode="auto">
          <a:xfrm>
            <a:off x="5590447" y="3642970"/>
            <a:ext cx="10381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34" name=""/>
          <p:cNvSpPr/>
          <p:nvPr/>
        </p:nvSpPr>
        <p:spPr bwMode="auto">
          <a:xfrm>
            <a:off x="6094416" y="3524178"/>
            <a:ext cx="0" cy="1655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"/>
          <p:cNvSpPr txBox="1"/>
          <p:nvPr/>
        </p:nvSpPr>
        <p:spPr bwMode="auto">
          <a:xfrm>
            <a:off x="6152012" y="4737301"/>
            <a:ext cx="1109090" cy="3966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x- and y-coordinates</a:t>
            </a:r>
            <a:endParaRPr/>
          </a:p>
        </p:txBody>
      </p:sp>
      <p:sp>
        <p:nvSpPr>
          <p:cNvPr id="48" name=""/>
          <p:cNvSpPr txBox="1"/>
          <p:nvPr/>
        </p:nvSpPr>
        <p:spPr bwMode="auto">
          <a:xfrm>
            <a:off x="5410459" y="1289078"/>
            <a:ext cx="2480603" cy="3660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RECEIVER</a:t>
            </a:r>
            <a:endParaRPr/>
          </a:p>
        </p:txBody>
      </p:sp>
      <p:sp>
        <p:nvSpPr>
          <p:cNvPr id="49" name=""/>
          <p:cNvSpPr/>
          <p:nvPr/>
        </p:nvSpPr>
        <p:spPr bwMode="auto">
          <a:xfrm>
            <a:off x="7293139" y="2293055"/>
            <a:ext cx="0" cy="1889880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" name=""/>
          <p:cNvSpPr txBox="1"/>
          <p:nvPr/>
        </p:nvSpPr>
        <p:spPr bwMode="auto">
          <a:xfrm>
            <a:off x="6742375" y="1807806"/>
            <a:ext cx="1101530" cy="51836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decoder LSTM</a:t>
            </a:r>
            <a:endParaRPr/>
          </a:p>
        </p:txBody>
      </p:sp>
      <p:sp>
        <p:nvSpPr>
          <p:cNvPr id="51" name=""/>
          <p:cNvSpPr txBox="1"/>
          <p:nvPr/>
        </p:nvSpPr>
        <p:spPr bwMode="auto">
          <a:xfrm rot="18899941">
            <a:off x="6963118" y="2248178"/>
            <a:ext cx="507567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52" name=""/>
          <p:cNvSpPr/>
          <p:nvPr/>
        </p:nvSpPr>
        <p:spPr bwMode="auto">
          <a:xfrm>
            <a:off x="6684778" y="4186536"/>
            <a:ext cx="0" cy="20518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288313" name=""/>
          <p:cNvSpPr txBox="1"/>
          <p:nvPr/>
        </p:nvSpPr>
        <p:spPr bwMode="auto">
          <a:xfrm>
            <a:off x="3880554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15232962" name=""/>
          <p:cNvSpPr txBox="1"/>
          <p:nvPr/>
        </p:nvSpPr>
        <p:spPr bwMode="auto">
          <a:xfrm>
            <a:off x="2312493" y="316995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84358141" name=""/>
          <p:cNvSpPr txBox="1"/>
          <p:nvPr/>
        </p:nvSpPr>
        <p:spPr bwMode="auto">
          <a:xfrm>
            <a:off x="2584996" y="319767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8266759" name=""/>
          <p:cNvSpPr/>
          <p:nvPr/>
        </p:nvSpPr>
        <p:spPr bwMode="auto">
          <a:xfrm>
            <a:off x="2367929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055602469" name=""/>
          <p:cNvSpPr/>
          <p:nvPr/>
        </p:nvSpPr>
        <p:spPr bwMode="auto">
          <a:xfrm>
            <a:off x="2584996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34355163" name=""/>
          <p:cNvSpPr/>
          <p:nvPr/>
        </p:nvSpPr>
        <p:spPr bwMode="auto">
          <a:xfrm>
            <a:off x="3153400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77987533" name=""/>
          <p:cNvSpPr txBox="1"/>
          <p:nvPr/>
        </p:nvSpPr>
        <p:spPr bwMode="auto">
          <a:xfrm>
            <a:off x="3686166" y="3174638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88683686" name=""/>
          <p:cNvSpPr txBox="1"/>
          <p:nvPr/>
        </p:nvSpPr>
        <p:spPr bwMode="auto">
          <a:xfrm>
            <a:off x="3959749" y="320235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772780250" name=""/>
          <p:cNvSpPr/>
          <p:nvPr/>
        </p:nvSpPr>
        <p:spPr bwMode="auto">
          <a:xfrm>
            <a:off x="374016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9142799" name=""/>
          <p:cNvSpPr/>
          <p:nvPr/>
        </p:nvSpPr>
        <p:spPr bwMode="auto">
          <a:xfrm>
            <a:off x="3959749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549020925" name=""/>
          <p:cNvSpPr/>
          <p:nvPr/>
        </p:nvSpPr>
        <p:spPr bwMode="auto">
          <a:xfrm>
            <a:off x="452491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70149555" name=""/>
          <p:cNvSpPr txBox="1"/>
          <p:nvPr/>
        </p:nvSpPr>
        <p:spPr bwMode="auto">
          <a:xfrm>
            <a:off x="2991771" y="396694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67703300" name=""/>
          <p:cNvSpPr txBox="1"/>
          <p:nvPr/>
        </p:nvSpPr>
        <p:spPr bwMode="auto">
          <a:xfrm>
            <a:off x="3264273" y="3992148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642277020" name=""/>
          <p:cNvSpPr/>
          <p:nvPr/>
        </p:nvSpPr>
        <p:spPr bwMode="auto">
          <a:xfrm>
            <a:off x="304720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50196307" name=""/>
          <p:cNvSpPr/>
          <p:nvPr/>
        </p:nvSpPr>
        <p:spPr bwMode="auto">
          <a:xfrm>
            <a:off x="3264273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14141499" name=""/>
          <p:cNvSpPr/>
          <p:nvPr/>
        </p:nvSpPr>
        <p:spPr bwMode="auto">
          <a:xfrm>
            <a:off x="383375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57567344" name=""/>
          <p:cNvSpPr txBox="1"/>
          <p:nvPr/>
        </p:nvSpPr>
        <p:spPr bwMode="auto">
          <a:xfrm rot="18899941">
            <a:off x="3353431" y="3085857"/>
            <a:ext cx="50432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865275450" name=""/>
          <p:cNvSpPr txBox="1"/>
          <p:nvPr/>
        </p:nvSpPr>
        <p:spPr bwMode="auto">
          <a:xfrm rot="18899941">
            <a:off x="2623239" y="3898663"/>
            <a:ext cx="50540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564827179" name=""/>
          <p:cNvSpPr txBox="1"/>
          <p:nvPr/>
        </p:nvSpPr>
        <p:spPr bwMode="auto">
          <a:xfrm>
            <a:off x="2325812" y="2617034"/>
            <a:ext cx="103601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787227245" name=""/>
          <p:cNvSpPr txBox="1"/>
          <p:nvPr/>
        </p:nvSpPr>
        <p:spPr bwMode="auto">
          <a:xfrm>
            <a:off x="3675367" y="2617034"/>
            <a:ext cx="1091090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983546639" name=""/>
          <p:cNvSpPr/>
          <p:nvPr/>
        </p:nvSpPr>
        <p:spPr bwMode="auto">
          <a:xfrm flipH="1">
            <a:off x="2830860" y="3678967"/>
            <a:ext cx="138807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47256" name=""/>
          <p:cNvSpPr/>
          <p:nvPr/>
        </p:nvSpPr>
        <p:spPr bwMode="auto">
          <a:xfrm>
            <a:off x="3504738" y="4280130"/>
            <a:ext cx="0" cy="23038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26813" name=""/>
          <p:cNvSpPr/>
          <p:nvPr/>
        </p:nvSpPr>
        <p:spPr bwMode="auto">
          <a:xfrm>
            <a:off x="2853540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078183" name=""/>
          <p:cNvSpPr txBox="1"/>
          <p:nvPr/>
        </p:nvSpPr>
        <p:spPr bwMode="auto">
          <a:xfrm>
            <a:off x="2992131" y="4442119"/>
            <a:ext cx="1095769" cy="51851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encoder LSTM</a:t>
            </a:r>
            <a:endParaRPr/>
          </a:p>
        </p:txBody>
      </p:sp>
      <p:sp>
        <p:nvSpPr>
          <p:cNvPr id="688926739" name=""/>
          <p:cNvSpPr txBox="1"/>
          <p:nvPr/>
        </p:nvSpPr>
        <p:spPr bwMode="auto">
          <a:xfrm>
            <a:off x="2513720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873802826" name=""/>
          <p:cNvSpPr txBox="1"/>
          <p:nvPr/>
        </p:nvSpPr>
        <p:spPr bwMode="auto">
          <a:xfrm>
            <a:off x="2652671" y="1888080"/>
            <a:ext cx="383374" cy="348457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50253944" name=""/>
          <p:cNvSpPr txBox="1"/>
          <p:nvPr/>
        </p:nvSpPr>
        <p:spPr bwMode="auto">
          <a:xfrm>
            <a:off x="2358570" y="1303476"/>
            <a:ext cx="2293054" cy="36612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SENDER</a:t>
            </a:r>
            <a:endParaRPr/>
          </a:p>
        </p:txBody>
      </p:sp>
      <p:sp>
        <p:nvSpPr>
          <p:cNvPr id="1603097794" name=""/>
          <p:cNvSpPr/>
          <p:nvPr/>
        </p:nvSpPr>
        <p:spPr bwMode="auto">
          <a:xfrm>
            <a:off x="4002946" y="1851363"/>
            <a:ext cx="430531" cy="430531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27808720" name=""/>
          <p:cNvSpPr/>
          <p:nvPr/>
        </p:nvSpPr>
        <p:spPr bwMode="auto">
          <a:xfrm>
            <a:off x="4229732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951617" name=""/>
          <p:cNvSpPr/>
          <p:nvPr/>
        </p:nvSpPr>
        <p:spPr bwMode="auto">
          <a:xfrm>
            <a:off x="2844180" y="293777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961838" name=""/>
          <p:cNvSpPr/>
          <p:nvPr/>
        </p:nvSpPr>
        <p:spPr bwMode="auto">
          <a:xfrm>
            <a:off x="4229732" y="292229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59920" name=""/>
          <p:cNvSpPr/>
          <p:nvPr/>
        </p:nvSpPr>
        <p:spPr bwMode="auto">
          <a:xfrm>
            <a:off x="3504738" y="3675367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892975" name=""/>
          <p:cNvSpPr/>
          <p:nvPr/>
        </p:nvSpPr>
        <p:spPr bwMode="auto">
          <a:xfrm>
            <a:off x="4218933" y="3433462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48318" name=""/>
          <p:cNvSpPr/>
          <p:nvPr/>
        </p:nvSpPr>
        <p:spPr bwMode="auto">
          <a:xfrm>
            <a:off x="2843099" y="3422664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847293" name=""/>
          <p:cNvSpPr txBox="1"/>
          <p:nvPr/>
        </p:nvSpPr>
        <p:spPr bwMode="auto">
          <a:xfrm>
            <a:off x="624199" y="335209"/>
            <a:ext cx="2192981" cy="24419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attention predictor</a:t>
            </a:r>
            <a:endParaRPr/>
          </a:p>
        </p:txBody>
      </p:sp>
      <p:sp>
        <p:nvSpPr>
          <p:cNvPr id="1573419251" name=""/>
          <p:cNvSpPr txBox="1"/>
          <p:nvPr/>
        </p:nvSpPr>
        <p:spPr bwMode="auto">
          <a:xfrm>
            <a:off x="5576047" y="2621713"/>
            <a:ext cx="1036373" cy="305151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938729642" name=""/>
          <p:cNvSpPr/>
          <p:nvPr/>
        </p:nvSpPr>
        <p:spPr bwMode="auto">
          <a:xfrm flipH="1" flipV="0">
            <a:off x="6094415" y="4560163"/>
            <a:ext cx="1114670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460377" name=""/>
          <p:cNvSpPr/>
          <p:nvPr/>
        </p:nvSpPr>
        <p:spPr bwMode="auto">
          <a:xfrm>
            <a:off x="6105214" y="245756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585896" name=""/>
          <p:cNvSpPr txBox="1"/>
          <p:nvPr/>
        </p:nvSpPr>
        <p:spPr bwMode="auto">
          <a:xfrm>
            <a:off x="5766835" y="176172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46922199" name=""/>
          <p:cNvSpPr txBox="1"/>
          <p:nvPr/>
        </p:nvSpPr>
        <p:spPr bwMode="auto">
          <a:xfrm>
            <a:off x="5831630" y="1892759"/>
            <a:ext cx="226820" cy="2061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58765051" name=""/>
          <p:cNvSpPr/>
          <p:nvPr/>
        </p:nvSpPr>
        <p:spPr bwMode="auto">
          <a:xfrm>
            <a:off x="6094415" y="294245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31729" name=""/>
          <p:cNvSpPr/>
          <p:nvPr/>
        </p:nvSpPr>
        <p:spPr bwMode="auto">
          <a:xfrm>
            <a:off x="6087215" y="4311779"/>
            <a:ext cx="0" cy="25198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200753" name=""/>
          <p:cNvSpPr/>
          <p:nvPr/>
        </p:nvSpPr>
        <p:spPr bwMode="auto">
          <a:xfrm>
            <a:off x="6152011" y="1947116"/>
            <a:ext cx="224372" cy="22437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27568274" name=""/>
          <p:cNvSpPr/>
          <p:nvPr/>
        </p:nvSpPr>
        <p:spPr bwMode="auto">
          <a:xfrm>
            <a:off x="5972022" y="2180381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38416490" name=""/>
          <p:cNvSpPr txBox="1"/>
          <p:nvPr/>
        </p:nvSpPr>
        <p:spPr bwMode="auto">
          <a:xfrm>
            <a:off x="5961223" y="3165999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38586665" name=""/>
          <p:cNvSpPr txBox="1"/>
          <p:nvPr/>
        </p:nvSpPr>
        <p:spPr bwMode="auto">
          <a:xfrm>
            <a:off x="6000820" y="3214236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00269579" name=""/>
          <p:cNvSpPr txBox="1"/>
          <p:nvPr/>
        </p:nvSpPr>
        <p:spPr bwMode="auto">
          <a:xfrm>
            <a:off x="6040418" y="3261752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96317407" name=""/>
          <p:cNvSpPr txBox="1"/>
          <p:nvPr/>
        </p:nvSpPr>
        <p:spPr bwMode="auto">
          <a:xfrm>
            <a:off x="5590446" y="3642969"/>
            <a:ext cx="1038173" cy="305151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285471119" name=""/>
          <p:cNvSpPr/>
          <p:nvPr/>
        </p:nvSpPr>
        <p:spPr bwMode="auto">
          <a:xfrm>
            <a:off x="6094415" y="3524177"/>
            <a:ext cx="0" cy="16558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98526" name=""/>
          <p:cNvSpPr txBox="1"/>
          <p:nvPr/>
        </p:nvSpPr>
        <p:spPr bwMode="auto">
          <a:xfrm>
            <a:off x="5410458" y="1289077"/>
            <a:ext cx="2480602" cy="3660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RECEIVER</a:t>
            </a:r>
            <a:endParaRPr/>
          </a:p>
        </p:txBody>
      </p:sp>
      <p:sp>
        <p:nvSpPr>
          <p:cNvPr id="1457978926" name=""/>
          <p:cNvSpPr txBox="1"/>
          <p:nvPr/>
        </p:nvSpPr>
        <p:spPr bwMode="auto">
          <a:xfrm>
            <a:off x="6742374" y="1807805"/>
            <a:ext cx="1101529" cy="518366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decoder LSTM</a:t>
            </a:r>
            <a:endParaRPr/>
          </a:p>
        </p:txBody>
      </p:sp>
      <p:sp>
        <p:nvSpPr>
          <p:cNvPr id="1901367015" name=""/>
          <p:cNvSpPr txBox="1"/>
          <p:nvPr/>
        </p:nvSpPr>
        <p:spPr bwMode="auto">
          <a:xfrm rot="18899905">
            <a:off x="6883742" y="2248177"/>
            <a:ext cx="507567" cy="305151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2101116943" name=""/>
          <p:cNvSpPr/>
          <p:nvPr/>
        </p:nvSpPr>
        <p:spPr bwMode="auto">
          <a:xfrm>
            <a:off x="6650760" y="4607073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8466062" name=""/>
          <p:cNvSpPr txBox="1"/>
          <p:nvPr/>
        </p:nvSpPr>
        <p:spPr bwMode="auto">
          <a:xfrm>
            <a:off x="3880554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89573894" name=""/>
          <p:cNvSpPr txBox="1"/>
          <p:nvPr/>
        </p:nvSpPr>
        <p:spPr bwMode="auto">
          <a:xfrm>
            <a:off x="2312493" y="316995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20313250" name=""/>
          <p:cNvSpPr txBox="1"/>
          <p:nvPr/>
        </p:nvSpPr>
        <p:spPr bwMode="auto">
          <a:xfrm>
            <a:off x="2584996" y="319767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825178541" name=""/>
          <p:cNvSpPr/>
          <p:nvPr/>
        </p:nvSpPr>
        <p:spPr bwMode="auto">
          <a:xfrm>
            <a:off x="2367929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31100186" name=""/>
          <p:cNvSpPr/>
          <p:nvPr/>
        </p:nvSpPr>
        <p:spPr bwMode="auto">
          <a:xfrm>
            <a:off x="2584996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65654196" name=""/>
          <p:cNvSpPr/>
          <p:nvPr/>
        </p:nvSpPr>
        <p:spPr bwMode="auto">
          <a:xfrm>
            <a:off x="3153400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4450693" name=""/>
          <p:cNvSpPr txBox="1"/>
          <p:nvPr/>
        </p:nvSpPr>
        <p:spPr bwMode="auto">
          <a:xfrm>
            <a:off x="3686166" y="3174638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82903008" name=""/>
          <p:cNvSpPr txBox="1"/>
          <p:nvPr/>
        </p:nvSpPr>
        <p:spPr bwMode="auto">
          <a:xfrm>
            <a:off x="3959749" y="320235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515365087" name=""/>
          <p:cNvSpPr/>
          <p:nvPr/>
        </p:nvSpPr>
        <p:spPr bwMode="auto">
          <a:xfrm>
            <a:off x="374016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6023008" name=""/>
          <p:cNvSpPr/>
          <p:nvPr/>
        </p:nvSpPr>
        <p:spPr bwMode="auto">
          <a:xfrm>
            <a:off x="3959749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60432582" name=""/>
          <p:cNvSpPr/>
          <p:nvPr/>
        </p:nvSpPr>
        <p:spPr bwMode="auto">
          <a:xfrm>
            <a:off x="452491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55536838" name=""/>
          <p:cNvSpPr txBox="1"/>
          <p:nvPr/>
        </p:nvSpPr>
        <p:spPr bwMode="auto">
          <a:xfrm>
            <a:off x="2991771" y="396694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39051085" name=""/>
          <p:cNvSpPr txBox="1"/>
          <p:nvPr/>
        </p:nvSpPr>
        <p:spPr bwMode="auto">
          <a:xfrm>
            <a:off x="3264273" y="3992148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264961923" name=""/>
          <p:cNvSpPr/>
          <p:nvPr/>
        </p:nvSpPr>
        <p:spPr bwMode="auto">
          <a:xfrm>
            <a:off x="304720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30011171" name=""/>
          <p:cNvSpPr/>
          <p:nvPr/>
        </p:nvSpPr>
        <p:spPr bwMode="auto">
          <a:xfrm>
            <a:off x="3264273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7297106" name=""/>
          <p:cNvSpPr/>
          <p:nvPr/>
        </p:nvSpPr>
        <p:spPr bwMode="auto">
          <a:xfrm>
            <a:off x="383375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73392987" name=""/>
          <p:cNvSpPr txBox="1"/>
          <p:nvPr/>
        </p:nvSpPr>
        <p:spPr bwMode="auto">
          <a:xfrm rot="18899941">
            <a:off x="3353431" y="3085857"/>
            <a:ext cx="50432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468441445" name=""/>
          <p:cNvSpPr txBox="1"/>
          <p:nvPr/>
        </p:nvSpPr>
        <p:spPr bwMode="auto">
          <a:xfrm rot="18899941">
            <a:off x="2623239" y="3898663"/>
            <a:ext cx="50540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156491935" name=""/>
          <p:cNvSpPr txBox="1"/>
          <p:nvPr/>
        </p:nvSpPr>
        <p:spPr bwMode="auto">
          <a:xfrm>
            <a:off x="2325812" y="2617034"/>
            <a:ext cx="103601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453004543" name=""/>
          <p:cNvSpPr txBox="1"/>
          <p:nvPr/>
        </p:nvSpPr>
        <p:spPr bwMode="auto">
          <a:xfrm>
            <a:off x="3675367" y="2617034"/>
            <a:ext cx="1091090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720254113" name=""/>
          <p:cNvSpPr/>
          <p:nvPr/>
        </p:nvSpPr>
        <p:spPr bwMode="auto">
          <a:xfrm flipH="1">
            <a:off x="2830860" y="3678967"/>
            <a:ext cx="138807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373723" name=""/>
          <p:cNvSpPr/>
          <p:nvPr/>
        </p:nvSpPr>
        <p:spPr bwMode="auto">
          <a:xfrm>
            <a:off x="3504738" y="4280130"/>
            <a:ext cx="0" cy="23038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464740" name=""/>
          <p:cNvSpPr/>
          <p:nvPr/>
        </p:nvSpPr>
        <p:spPr bwMode="auto">
          <a:xfrm>
            <a:off x="2853540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927699" name=""/>
          <p:cNvSpPr txBox="1"/>
          <p:nvPr/>
        </p:nvSpPr>
        <p:spPr bwMode="auto">
          <a:xfrm>
            <a:off x="2992131" y="4442119"/>
            <a:ext cx="1095769" cy="51851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encoder LSTM</a:t>
            </a:r>
            <a:endParaRPr/>
          </a:p>
        </p:txBody>
      </p:sp>
      <p:sp>
        <p:nvSpPr>
          <p:cNvPr id="339669077" name=""/>
          <p:cNvSpPr txBox="1"/>
          <p:nvPr/>
        </p:nvSpPr>
        <p:spPr bwMode="auto">
          <a:xfrm>
            <a:off x="2513720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80376688" name=""/>
          <p:cNvSpPr txBox="1"/>
          <p:nvPr/>
        </p:nvSpPr>
        <p:spPr bwMode="auto">
          <a:xfrm>
            <a:off x="2652671" y="1888080"/>
            <a:ext cx="383374" cy="348457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59187259" name=""/>
          <p:cNvSpPr txBox="1"/>
          <p:nvPr/>
        </p:nvSpPr>
        <p:spPr bwMode="auto">
          <a:xfrm>
            <a:off x="2358570" y="1303476"/>
            <a:ext cx="2293054" cy="36612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SENDER</a:t>
            </a:r>
            <a:endParaRPr/>
          </a:p>
        </p:txBody>
      </p:sp>
      <p:sp>
        <p:nvSpPr>
          <p:cNvPr id="927278895" name=""/>
          <p:cNvSpPr/>
          <p:nvPr/>
        </p:nvSpPr>
        <p:spPr bwMode="auto">
          <a:xfrm>
            <a:off x="4002946" y="1851363"/>
            <a:ext cx="430531" cy="430531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33069704" name=""/>
          <p:cNvSpPr/>
          <p:nvPr/>
        </p:nvSpPr>
        <p:spPr bwMode="auto">
          <a:xfrm>
            <a:off x="4229732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8948806" name=""/>
          <p:cNvSpPr/>
          <p:nvPr/>
        </p:nvSpPr>
        <p:spPr bwMode="auto">
          <a:xfrm>
            <a:off x="2844180" y="293777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06342" name=""/>
          <p:cNvSpPr/>
          <p:nvPr/>
        </p:nvSpPr>
        <p:spPr bwMode="auto">
          <a:xfrm>
            <a:off x="4229732" y="292229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050555" name=""/>
          <p:cNvSpPr/>
          <p:nvPr/>
        </p:nvSpPr>
        <p:spPr bwMode="auto">
          <a:xfrm>
            <a:off x="3504738" y="3675367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789639" name=""/>
          <p:cNvSpPr/>
          <p:nvPr/>
        </p:nvSpPr>
        <p:spPr bwMode="auto">
          <a:xfrm>
            <a:off x="4218933" y="3433462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875480" name=""/>
          <p:cNvSpPr/>
          <p:nvPr/>
        </p:nvSpPr>
        <p:spPr bwMode="auto">
          <a:xfrm>
            <a:off x="2843099" y="3422664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499912" name=""/>
          <p:cNvSpPr/>
          <p:nvPr/>
        </p:nvSpPr>
        <p:spPr bwMode="auto">
          <a:xfrm flipH="0" flipV="0">
            <a:off x="7203736" y="2312672"/>
            <a:ext cx="0" cy="173857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2581941" name=""/>
          <p:cNvSpPr txBox="1"/>
          <p:nvPr/>
        </p:nvSpPr>
        <p:spPr bwMode="auto">
          <a:xfrm>
            <a:off x="5585046" y="4028145"/>
            <a:ext cx="104069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tanh</a:t>
            </a:r>
            <a:endParaRPr/>
          </a:p>
        </p:txBody>
      </p:sp>
      <p:sp>
        <p:nvSpPr>
          <p:cNvPr id="1688848008" name=""/>
          <p:cNvSpPr/>
          <p:nvPr/>
        </p:nvSpPr>
        <p:spPr bwMode="auto">
          <a:xfrm>
            <a:off x="6089015" y="3909353"/>
            <a:ext cx="0" cy="16558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294161" name=""/>
          <p:cNvSpPr txBox="1"/>
          <p:nvPr/>
        </p:nvSpPr>
        <p:spPr bwMode="auto">
          <a:xfrm>
            <a:off x="6684507" y="4006546"/>
            <a:ext cx="104105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tanh</a:t>
            </a:r>
            <a:endParaRPr/>
          </a:p>
        </p:txBody>
      </p:sp>
      <p:sp>
        <p:nvSpPr>
          <p:cNvPr id="1458674430" name=""/>
          <p:cNvSpPr/>
          <p:nvPr/>
        </p:nvSpPr>
        <p:spPr bwMode="auto">
          <a:xfrm flipH="0" flipV="0">
            <a:off x="7209086" y="4311779"/>
            <a:ext cx="0" cy="24838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6819593" name=""/>
          <p:cNvSpPr txBox="1"/>
          <p:nvPr/>
        </p:nvSpPr>
        <p:spPr bwMode="auto">
          <a:xfrm>
            <a:off x="6098446" y="4779807"/>
            <a:ext cx="1098649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softmax</a:t>
            </a:r>
            <a:endParaRPr/>
          </a:p>
        </p:txBody>
      </p:sp>
      <p:sp>
        <p:nvSpPr>
          <p:cNvPr id="602223892" name=""/>
          <p:cNvSpPr/>
          <p:nvPr/>
        </p:nvSpPr>
        <p:spPr bwMode="auto">
          <a:xfrm>
            <a:off x="6560028" y="4476020"/>
            <a:ext cx="175486" cy="17548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0" name=""/>
          <p:cNvCxnSpPr>
            <a:cxnSpLocks/>
            <a:stCxn id="602223892" idx="1"/>
            <a:endCxn id="602223892" idx="5"/>
          </p:cNvCxnSpPr>
          <p:nvPr/>
        </p:nvCxnSpPr>
        <p:spPr bwMode="auto">
          <a:xfrm rot="16199969" flipH="1" flipV="0">
            <a:off x="6585727" y="4501719"/>
            <a:ext cx="124087" cy="12408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6616710" name=""/>
          <p:cNvCxnSpPr>
            <a:cxnSpLocks/>
            <a:stCxn id="602223892" idx="7"/>
            <a:endCxn id="602223892" idx="3"/>
          </p:cNvCxnSpPr>
          <p:nvPr/>
        </p:nvCxnSpPr>
        <p:spPr bwMode="auto">
          <a:xfrm rot="16199969" flipH="1" flipV="1">
            <a:off x="6585727" y="4501719"/>
            <a:ext cx="124087" cy="124087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3880555" y="175704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" name=""/>
          <p:cNvSpPr txBox="1"/>
          <p:nvPr/>
        </p:nvSpPr>
        <p:spPr bwMode="auto">
          <a:xfrm>
            <a:off x="2312494" y="3169960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" name=""/>
          <p:cNvSpPr txBox="1"/>
          <p:nvPr/>
        </p:nvSpPr>
        <p:spPr bwMode="auto">
          <a:xfrm>
            <a:off x="2584997" y="3197678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5" name=""/>
          <p:cNvSpPr/>
          <p:nvPr/>
        </p:nvSpPr>
        <p:spPr bwMode="auto">
          <a:xfrm>
            <a:off x="2367930" y="321171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" name=""/>
          <p:cNvSpPr/>
          <p:nvPr/>
        </p:nvSpPr>
        <p:spPr bwMode="auto">
          <a:xfrm>
            <a:off x="2584997" y="321171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" name=""/>
          <p:cNvSpPr/>
          <p:nvPr/>
        </p:nvSpPr>
        <p:spPr bwMode="auto">
          <a:xfrm>
            <a:off x="3153401" y="321171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" name=""/>
          <p:cNvSpPr txBox="1"/>
          <p:nvPr/>
        </p:nvSpPr>
        <p:spPr bwMode="auto">
          <a:xfrm>
            <a:off x="3686167" y="3174639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" name=""/>
          <p:cNvSpPr txBox="1"/>
          <p:nvPr/>
        </p:nvSpPr>
        <p:spPr bwMode="auto">
          <a:xfrm>
            <a:off x="3959750" y="3202358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0" name=""/>
          <p:cNvSpPr/>
          <p:nvPr/>
        </p:nvSpPr>
        <p:spPr bwMode="auto">
          <a:xfrm>
            <a:off x="3740164" y="321603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" name=""/>
          <p:cNvSpPr/>
          <p:nvPr/>
        </p:nvSpPr>
        <p:spPr bwMode="auto">
          <a:xfrm>
            <a:off x="3959750" y="321603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>
            <a:off x="4524914" y="321603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" name=""/>
          <p:cNvSpPr txBox="1"/>
          <p:nvPr/>
        </p:nvSpPr>
        <p:spPr bwMode="auto">
          <a:xfrm>
            <a:off x="2991771" y="3966950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" name=""/>
          <p:cNvSpPr txBox="1"/>
          <p:nvPr/>
        </p:nvSpPr>
        <p:spPr bwMode="auto">
          <a:xfrm>
            <a:off x="3264274" y="3992148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5" name=""/>
          <p:cNvSpPr/>
          <p:nvPr/>
        </p:nvSpPr>
        <p:spPr bwMode="auto">
          <a:xfrm>
            <a:off x="3047208" y="400654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" name=""/>
          <p:cNvSpPr/>
          <p:nvPr/>
        </p:nvSpPr>
        <p:spPr bwMode="auto">
          <a:xfrm>
            <a:off x="3264274" y="400654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" name=""/>
          <p:cNvSpPr/>
          <p:nvPr/>
        </p:nvSpPr>
        <p:spPr bwMode="auto">
          <a:xfrm>
            <a:off x="3833758" y="4006547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8" name=""/>
          <p:cNvSpPr txBox="1"/>
          <p:nvPr/>
        </p:nvSpPr>
        <p:spPr bwMode="auto">
          <a:xfrm rot="18899941">
            <a:off x="2016064" y="3062872"/>
            <a:ext cx="50432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endParaRPr/>
          </a:p>
        </p:txBody>
      </p:sp>
      <p:sp>
        <p:nvSpPr>
          <p:cNvPr id="19" name=""/>
          <p:cNvSpPr txBox="1"/>
          <p:nvPr/>
        </p:nvSpPr>
        <p:spPr bwMode="auto">
          <a:xfrm rot="18899941">
            <a:off x="3410564" y="3067065"/>
            <a:ext cx="50468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endParaRPr/>
          </a:p>
        </p:txBody>
      </p:sp>
      <p:sp>
        <p:nvSpPr>
          <p:cNvPr id="20" name=""/>
          <p:cNvSpPr txBox="1"/>
          <p:nvPr/>
        </p:nvSpPr>
        <p:spPr bwMode="auto">
          <a:xfrm rot="18899941">
            <a:off x="2329269" y="3995723"/>
            <a:ext cx="912182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LSTM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o</a:t>
            </a:r>
            <a:endParaRPr/>
          </a:p>
        </p:txBody>
      </p:sp>
      <p:sp>
        <p:nvSpPr>
          <p:cNvPr id="21" name=""/>
          <p:cNvSpPr txBox="1"/>
          <p:nvPr/>
        </p:nvSpPr>
        <p:spPr bwMode="auto">
          <a:xfrm>
            <a:off x="2325813" y="2617035"/>
            <a:ext cx="10360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22" name=""/>
          <p:cNvSpPr txBox="1"/>
          <p:nvPr/>
        </p:nvSpPr>
        <p:spPr bwMode="auto">
          <a:xfrm>
            <a:off x="3675368" y="2617035"/>
            <a:ext cx="1091091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23" name=""/>
          <p:cNvSpPr/>
          <p:nvPr/>
        </p:nvSpPr>
        <p:spPr bwMode="auto">
          <a:xfrm flipH="1">
            <a:off x="2830861" y="3678968"/>
            <a:ext cx="138807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"/>
          <p:cNvSpPr/>
          <p:nvPr/>
        </p:nvSpPr>
        <p:spPr bwMode="auto">
          <a:xfrm>
            <a:off x="2853540" y="245288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"/>
          <p:cNvSpPr txBox="1"/>
          <p:nvPr/>
        </p:nvSpPr>
        <p:spPr bwMode="auto">
          <a:xfrm>
            <a:off x="2513721" y="175704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6" name=""/>
          <p:cNvSpPr txBox="1"/>
          <p:nvPr/>
        </p:nvSpPr>
        <p:spPr bwMode="auto">
          <a:xfrm>
            <a:off x="2652672" y="1888081"/>
            <a:ext cx="383375" cy="3484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4002947" y="1851363"/>
            <a:ext cx="430532" cy="43053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8" name=""/>
          <p:cNvSpPr/>
          <p:nvPr/>
        </p:nvSpPr>
        <p:spPr bwMode="auto">
          <a:xfrm>
            <a:off x="4229733" y="245288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"/>
          <p:cNvSpPr/>
          <p:nvPr/>
        </p:nvSpPr>
        <p:spPr bwMode="auto">
          <a:xfrm>
            <a:off x="2844180" y="293777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"/>
          <p:cNvSpPr/>
          <p:nvPr/>
        </p:nvSpPr>
        <p:spPr bwMode="auto">
          <a:xfrm>
            <a:off x="4229733" y="292229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"/>
          <p:cNvSpPr/>
          <p:nvPr/>
        </p:nvSpPr>
        <p:spPr bwMode="auto">
          <a:xfrm>
            <a:off x="3504739" y="3675368"/>
            <a:ext cx="0" cy="20518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"/>
          <p:cNvSpPr/>
          <p:nvPr/>
        </p:nvSpPr>
        <p:spPr bwMode="auto">
          <a:xfrm>
            <a:off x="3504379" y="4226133"/>
            <a:ext cx="0" cy="11879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"/>
          <p:cNvSpPr/>
          <p:nvPr/>
        </p:nvSpPr>
        <p:spPr bwMode="auto">
          <a:xfrm>
            <a:off x="2843100" y="3422664"/>
            <a:ext cx="0" cy="25270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"/>
          <p:cNvSpPr txBox="1"/>
          <p:nvPr/>
        </p:nvSpPr>
        <p:spPr bwMode="auto">
          <a:xfrm>
            <a:off x="5399659" y="2666712"/>
            <a:ext cx="883024" cy="60332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LSTM</a:t>
            </a:r>
            <a:endParaRPr/>
          </a:p>
        </p:txBody>
      </p:sp>
      <p:sp>
        <p:nvSpPr>
          <p:cNvPr id="35" name=""/>
          <p:cNvSpPr/>
          <p:nvPr/>
        </p:nvSpPr>
        <p:spPr bwMode="auto">
          <a:xfrm flipV="1">
            <a:off x="5504053" y="3318270"/>
            <a:ext cx="0" cy="15191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"/>
          <p:cNvSpPr txBox="1"/>
          <p:nvPr/>
        </p:nvSpPr>
        <p:spPr bwMode="auto">
          <a:xfrm>
            <a:off x="5165674" y="3421224"/>
            <a:ext cx="673157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&lt;sos&gt;</a:t>
            </a:r>
            <a:endParaRPr/>
          </a:p>
        </p:txBody>
      </p:sp>
      <p:sp>
        <p:nvSpPr>
          <p:cNvPr id="37" name=""/>
          <p:cNvSpPr/>
          <p:nvPr/>
        </p:nvSpPr>
        <p:spPr bwMode="auto">
          <a:xfrm>
            <a:off x="6281604" y="2968373"/>
            <a:ext cx="16558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"/>
          <p:cNvSpPr/>
          <p:nvPr/>
        </p:nvSpPr>
        <p:spPr bwMode="auto">
          <a:xfrm flipV="1">
            <a:off x="5504053" y="2513361"/>
            <a:ext cx="0" cy="15191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" name=""/>
          <p:cNvSpPr/>
          <p:nvPr/>
        </p:nvSpPr>
        <p:spPr bwMode="auto">
          <a:xfrm flipV="1">
            <a:off x="5838832" y="2513361"/>
            <a:ext cx="0" cy="15191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"/>
          <p:cNvSpPr/>
          <p:nvPr/>
        </p:nvSpPr>
        <p:spPr bwMode="auto">
          <a:xfrm flipV="1">
            <a:off x="6184410" y="2517680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" name=""/>
          <p:cNvSpPr txBox="1"/>
          <p:nvPr/>
        </p:nvSpPr>
        <p:spPr bwMode="auto">
          <a:xfrm>
            <a:off x="5237670" y="2304934"/>
            <a:ext cx="1238321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&lt;pad&gt;  red     cube</a:t>
            </a:r>
            <a:endParaRPr/>
          </a:p>
        </p:txBody>
      </p:sp>
      <p:sp>
        <p:nvSpPr>
          <p:cNvPr id="42" name=""/>
          <p:cNvSpPr/>
          <p:nvPr/>
        </p:nvSpPr>
        <p:spPr bwMode="auto">
          <a:xfrm>
            <a:off x="5046882" y="2968373"/>
            <a:ext cx="352777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" name=""/>
          <p:cNvSpPr/>
          <p:nvPr/>
        </p:nvSpPr>
        <p:spPr bwMode="auto">
          <a:xfrm>
            <a:off x="5043282" y="2968373"/>
            <a:ext cx="0" cy="137655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" name=""/>
          <p:cNvSpPr/>
          <p:nvPr/>
        </p:nvSpPr>
        <p:spPr bwMode="auto">
          <a:xfrm flipH="1">
            <a:off x="3515898" y="4344926"/>
            <a:ext cx="1527383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" name=""/>
          <p:cNvSpPr/>
          <p:nvPr/>
        </p:nvSpPr>
        <p:spPr bwMode="auto">
          <a:xfrm>
            <a:off x="4218934" y="3433463"/>
            <a:ext cx="0" cy="25270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624200" y="335210"/>
            <a:ext cx="2195501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caption generator</a:t>
            </a:r>
            <a:endParaRPr/>
          </a:p>
        </p:txBody>
      </p:sp>
      <p:sp>
        <p:nvSpPr>
          <p:cNvPr id="3" name=""/>
          <p:cNvSpPr txBox="1"/>
          <p:nvPr/>
        </p:nvSpPr>
        <p:spPr bwMode="auto">
          <a:xfrm>
            <a:off x="2325813" y="2617035"/>
            <a:ext cx="10360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4" name=""/>
          <p:cNvSpPr/>
          <p:nvPr/>
        </p:nvSpPr>
        <p:spPr bwMode="auto">
          <a:xfrm flipH="1">
            <a:off x="2830861" y="4092942"/>
            <a:ext cx="138807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"/>
          <p:cNvSpPr/>
          <p:nvPr/>
        </p:nvSpPr>
        <p:spPr bwMode="auto">
          <a:xfrm>
            <a:off x="2853540" y="245288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"/>
          <p:cNvSpPr txBox="1"/>
          <p:nvPr/>
        </p:nvSpPr>
        <p:spPr bwMode="auto">
          <a:xfrm>
            <a:off x="2513721" y="175704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" name=""/>
          <p:cNvSpPr txBox="1"/>
          <p:nvPr/>
        </p:nvSpPr>
        <p:spPr bwMode="auto">
          <a:xfrm>
            <a:off x="2579237" y="1888081"/>
            <a:ext cx="226821" cy="20615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" name=""/>
          <p:cNvSpPr/>
          <p:nvPr/>
        </p:nvSpPr>
        <p:spPr bwMode="auto">
          <a:xfrm>
            <a:off x="2844180" y="293777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"/>
          <p:cNvSpPr/>
          <p:nvPr/>
        </p:nvSpPr>
        <p:spPr bwMode="auto">
          <a:xfrm>
            <a:off x="4809297" y="2968373"/>
            <a:ext cx="352777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"/>
          <p:cNvSpPr/>
          <p:nvPr/>
        </p:nvSpPr>
        <p:spPr bwMode="auto">
          <a:xfrm>
            <a:off x="2835901" y="3930952"/>
            <a:ext cx="0" cy="16198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"/>
          <p:cNvSpPr/>
          <p:nvPr/>
        </p:nvSpPr>
        <p:spPr bwMode="auto">
          <a:xfrm>
            <a:off x="2899617" y="1942077"/>
            <a:ext cx="224373" cy="224373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>
            <a:off x="2719988" y="2175342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" name=""/>
          <p:cNvSpPr txBox="1"/>
          <p:nvPr/>
        </p:nvSpPr>
        <p:spPr bwMode="auto">
          <a:xfrm>
            <a:off x="2710269" y="3160960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" name=""/>
          <p:cNvSpPr txBox="1"/>
          <p:nvPr/>
        </p:nvSpPr>
        <p:spPr bwMode="auto">
          <a:xfrm>
            <a:off x="2748066" y="3209197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5" name=""/>
          <p:cNvSpPr txBox="1"/>
          <p:nvPr/>
        </p:nvSpPr>
        <p:spPr bwMode="auto">
          <a:xfrm>
            <a:off x="2786944" y="3256714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" name=""/>
          <p:cNvSpPr txBox="1"/>
          <p:nvPr/>
        </p:nvSpPr>
        <p:spPr bwMode="auto">
          <a:xfrm>
            <a:off x="2338052" y="3632171"/>
            <a:ext cx="103781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17" name=""/>
          <p:cNvSpPr/>
          <p:nvPr/>
        </p:nvSpPr>
        <p:spPr bwMode="auto">
          <a:xfrm>
            <a:off x="2844180" y="3519138"/>
            <a:ext cx="0" cy="16342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"/>
          <p:cNvSpPr txBox="1"/>
          <p:nvPr/>
        </p:nvSpPr>
        <p:spPr bwMode="auto">
          <a:xfrm>
            <a:off x="3682568" y="2621714"/>
            <a:ext cx="10363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9" name=""/>
          <p:cNvSpPr/>
          <p:nvPr/>
        </p:nvSpPr>
        <p:spPr bwMode="auto">
          <a:xfrm>
            <a:off x="4211734" y="245756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"/>
          <p:cNvSpPr txBox="1"/>
          <p:nvPr/>
        </p:nvSpPr>
        <p:spPr bwMode="auto">
          <a:xfrm>
            <a:off x="3869755" y="1761729"/>
            <a:ext cx="679277" cy="610161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1" name=""/>
          <p:cNvSpPr txBox="1"/>
          <p:nvPr/>
        </p:nvSpPr>
        <p:spPr bwMode="auto">
          <a:xfrm>
            <a:off x="3938151" y="1892760"/>
            <a:ext cx="226821" cy="2061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2" name=""/>
          <p:cNvSpPr/>
          <p:nvPr/>
        </p:nvSpPr>
        <p:spPr bwMode="auto">
          <a:xfrm>
            <a:off x="4200935" y="294245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"/>
          <p:cNvSpPr txBox="1"/>
          <p:nvPr/>
        </p:nvSpPr>
        <p:spPr bwMode="auto">
          <a:xfrm>
            <a:off x="4067743" y="3166000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4" name=""/>
          <p:cNvSpPr txBox="1"/>
          <p:nvPr/>
        </p:nvSpPr>
        <p:spPr bwMode="auto">
          <a:xfrm>
            <a:off x="4103740" y="3214237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5" name=""/>
          <p:cNvSpPr txBox="1"/>
          <p:nvPr/>
        </p:nvSpPr>
        <p:spPr bwMode="auto">
          <a:xfrm>
            <a:off x="4143339" y="3261754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6" name=""/>
          <p:cNvSpPr txBox="1"/>
          <p:nvPr/>
        </p:nvSpPr>
        <p:spPr bwMode="auto">
          <a:xfrm>
            <a:off x="3696967" y="3642970"/>
            <a:ext cx="10381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4200935" y="3524178"/>
            <a:ext cx="0" cy="1655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"/>
          <p:cNvSpPr/>
          <p:nvPr/>
        </p:nvSpPr>
        <p:spPr bwMode="auto">
          <a:xfrm>
            <a:off x="4218934" y="3938151"/>
            <a:ext cx="0" cy="15479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"/>
          <p:cNvSpPr txBox="1"/>
          <p:nvPr/>
        </p:nvSpPr>
        <p:spPr bwMode="auto">
          <a:xfrm>
            <a:off x="5162074" y="2666712"/>
            <a:ext cx="883024" cy="60332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LSTM</a:t>
            </a:r>
            <a:endParaRPr/>
          </a:p>
        </p:txBody>
      </p:sp>
      <p:sp>
        <p:nvSpPr>
          <p:cNvPr id="30" name=""/>
          <p:cNvSpPr/>
          <p:nvPr/>
        </p:nvSpPr>
        <p:spPr bwMode="auto">
          <a:xfrm>
            <a:off x="4805697" y="2955773"/>
            <a:ext cx="0" cy="172033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"/>
          <p:cNvSpPr/>
          <p:nvPr/>
        </p:nvSpPr>
        <p:spPr bwMode="auto">
          <a:xfrm flipH="1">
            <a:off x="3506539" y="4676105"/>
            <a:ext cx="1291958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"/>
          <p:cNvSpPr/>
          <p:nvPr/>
        </p:nvSpPr>
        <p:spPr bwMode="auto">
          <a:xfrm flipV="1">
            <a:off x="5266468" y="3318270"/>
            <a:ext cx="0" cy="15191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"/>
          <p:cNvSpPr txBox="1"/>
          <p:nvPr/>
        </p:nvSpPr>
        <p:spPr bwMode="auto">
          <a:xfrm>
            <a:off x="4928089" y="3421224"/>
            <a:ext cx="672796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&lt;sos&gt;</a:t>
            </a:r>
            <a:endParaRPr/>
          </a:p>
        </p:txBody>
      </p:sp>
      <p:sp>
        <p:nvSpPr>
          <p:cNvPr id="34" name=""/>
          <p:cNvSpPr/>
          <p:nvPr/>
        </p:nvSpPr>
        <p:spPr bwMode="auto">
          <a:xfrm>
            <a:off x="6044019" y="2968373"/>
            <a:ext cx="16558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"/>
          <p:cNvSpPr/>
          <p:nvPr/>
        </p:nvSpPr>
        <p:spPr bwMode="auto">
          <a:xfrm flipV="1">
            <a:off x="5266468" y="2513361"/>
            <a:ext cx="0" cy="15191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"/>
          <p:cNvSpPr/>
          <p:nvPr/>
        </p:nvSpPr>
        <p:spPr bwMode="auto">
          <a:xfrm flipV="1">
            <a:off x="5601247" y="2513361"/>
            <a:ext cx="0" cy="15191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"/>
          <p:cNvSpPr/>
          <p:nvPr/>
        </p:nvSpPr>
        <p:spPr bwMode="auto">
          <a:xfrm flipV="1">
            <a:off x="5946825" y="2517680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"/>
          <p:cNvSpPr txBox="1"/>
          <p:nvPr/>
        </p:nvSpPr>
        <p:spPr bwMode="auto">
          <a:xfrm>
            <a:off x="5000085" y="2304934"/>
            <a:ext cx="1237962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&lt;pad&gt;  red     cube</a:t>
            </a:r>
            <a:endParaRPr/>
          </a:p>
        </p:txBody>
      </p:sp>
      <p:sp>
        <p:nvSpPr>
          <p:cNvPr id="39" name=""/>
          <p:cNvSpPr txBox="1"/>
          <p:nvPr/>
        </p:nvSpPr>
        <p:spPr bwMode="auto">
          <a:xfrm>
            <a:off x="2991771" y="4298129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0" name=""/>
          <p:cNvSpPr txBox="1"/>
          <p:nvPr/>
        </p:nvSpPr>
        <p:spPr bwMode="auto">
          <a:xfrm>
            <a:off x="3264274" y="4323327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41" name=""/>
          <p:cNvSpPr/>
          <p:nvPr/>
        </p:nvSpPr>
        <p:spPr bwMode="auto">
          <a:xfrm>
            <a:off x="3047208" y="433772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2" name=""/>
          <p:cNvSpPr/>
          <p:nvPr/>
        </p:nvSpPr>
        <p:spPr bwMode="auto">
          <a:xfrm>
            <a:off x="3264274" y="433772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3" name=""/>
          <p:cNvSpPr/>
          <p:nvPr/>
        </p:nvSpPr>
        <p:spPr bwMode="auto">
          <a:xfrm>
            <a:off x="3833758" y="4337726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4" name=""/>
          <p:cNvSpPr/>
          <p:nvPr/>
        </p:nvSpPr>
        <p:spPr bwMode="auto">
          <a:xfrm>
            <a:off x="3504379" y="4557312"/>
            <a:ext cx="0" cy="11879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" name=""/>
          <p:cNvSpPr txBox="1"/>
          <p:nvPr/>
        </p:nvSpPr>
        <p:spPr bwMode="auto">
          <a:xfrm rot="18899905">
            <a:off x="2323095" y="4326771"/>
            <a:ext cx="912542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LSTM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o</a:t>
            </a:r>
            <a:endParaRPr/>
          </a:p>
        </p:txBody>
      </p:sp>
      <p:sp>
        <p:nvSpPr>
          <p:cNvPr id="46" name=""/>
          <p:cNvSpPr/>
          <p:nvPr/>
        </p:nvSpPr>
        <p:spPr bwMode="auto">
          <a:xfrm>
            <a:off x="3506539" y="4092942"/>
            <a:ext cx="0" cy="1655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624200" y="335210"/>
            <a:ext cx="2195501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caption generator</a:t>
            </a:r>
            <a:endParaRPr/>
          </a:p>
        </p:txBody>
      </p:sp>
      <p:sp>
        <p:nvSpPr>
          <p:cNvPr id="9" name=""/>
          <p:cNvSpPr/>
          <p:nvPr/>
        </p:nvSpPr>
        <p:spPr bwMode="auto">
          <a:xfrm>
            <a:off x="7761111" y="2761026"/>
            <a:ext cx="356377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"/>
          <p:cNvSpPr txBox="1"/>
          <p:nvPr/>
        </p:nvSpPr>
        <p:spPr bwMode="auto">
          <a:xfrm>
            <a:off x="8117488" y="2459365"/>
            <a:ext cx="883024" cy="60332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LSTM</a:t>
            </a:r>
            <a:endParaRPr/>
          </a:p>
        </p:txBody>
      </p:sp>
      <p:sp>
        <p:nvSpPr>
          <p:cNvPr id="30" name=""/>
          <p:cNvSpPr/>
          <p:nvPr/>
        </p:nvSpPr>
        <p:spPr bwMode="auto">
          <a:xfrm>
            <a:off x="7761111" y="2761026"/>
            <a:ext cx="0" cy="2199461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" name=""/>
          <p:cNvSpPr/>
          <p:nvPr/>
        </p:nvSpPr>
        <p:spPr bwMode="auto">
          <a:xfrm flipV="1">
            <a:off x="8218282" y="3110924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"/>
          <p:cNvSpPr txBox="1"/>
          <p:nvPr/>
        </p:nvSpPr>
        <p:spPr bwMode="auto">
          <a:xfrm>
            <a:off x="7883503" y="3213877"/>
            <a:ext cx="672796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&lt;sos&gt;</a:t>
            </a:r>
            <a:endParaRPr/>
          </a:p>
        </p:txBody>
      </p:sp>
      <p:sp>
        <p:nvSpPr>
          <p:cNvPr id="33" name=""/>
          <p:cNvSpPr/>
          <p:nvPr/>
        </p:nvSpPr>
        <p:spPr bwMode="auto">
          <a:xfrm>
            <a:off x="8999433" y="2761026"/>
            <a:ext cx="16198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"/>
          <p:cNvSpPr/>
          <p:nvPr/>
        </p:nvSpPr>
        <p:spPr bwMode="auto">
          <a:xfrm flipV="1">
            <a:off x="8218282" y="2306014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"/>
          <p:cNvSpPr/>
          <p:nvPr/>
        </p:nvSpPr>
        <p:spPr bwMode="auto">
          <a:xfrm flipV="1">
            <a:off x="8556660" y="2306014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"/>
          <p:cNvSpPr/>
          <p:nvPr/>
        </p:nvSpPr>
        <p:spPr bwMode="auto">
          <a:xfrm flipV="1">
            <a:off x="8898639" y="2310334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"/>
          <p:cNvSpPr txBox="1"/>
          <p:nvPr/>
        </p:nvSpPr>
        <p:spPr bwMode="auto">
          <a:xfrm>
            <a:off x="7951899" y="2097227"/>
            <a:ext cx="1237962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&lt;pad&gt;  red     cube</a:t>
            </a:r>
            <a:endParaRPr/>
          </a:p>
        </p:txBody>
      </p:sp>
      <p:sp>
        <p:nvSpPr>
          <p:cNvPr id="48" name=""/>
          <p:cNvSpPr/>
          <p:nvPr/>
        </p:nvSpPr>
        <p:spPr bwMode="auto">
          <a:xfrm>
            <a:off x="6098015" y="2457565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" name=""/>
          <p:cNvSpPr txBox="1"/>
          <p:nvPr/>
        </p:nvSpPr>
        <p:spPr bwMode="auto">
          <a:xfrm>
            <a:off x="5759637" y="176172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0" name=""/>
          <p:cNvSpPr txBox="1"/>
          <p:nvPr/>
        </p:nvSpPr>
        <p:spPr bwMode="auto">
          <a:xfrm>
            <a:off x="5824433" y="1892760"/>
            <a:ext cx="226821" cy="20615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1" name=""/>
          <p:cNvSpPr/>
          <p:nvPr/>
        </p:nvSpPr>
        <p:spPr bwMode="auto">
          <a:xfrm>
            <a:off x="6090816" y="2942454"/>
            <a:ext cx="0" cy="16414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" name=""/>
          <p:cNvSpPr/>
          <p:nvPr/>
        </p:nvSpPr>
        <p:spPr bwMode="auto">
          <a:xfrm>
            <a:off x="6144812" y="1947116"/>
            <a:ext cx="224373" cy="224373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3" name=""/>
          <p:cNvSpPr/>
          <p:nvPr/>
        </p:nvSpPr>
        <p:spPr bwMode="auto">
          <a:xfrm>
            <a:off x="5964824" y="2180382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4" name=""/>
          <p:cNvSpPr txBox="1"/>
          <p:nvPr/>
        </p:nvSpPr>
        <p:spPr bwMode="auto">
          <a:xfrm>
            <a:off x="5957624" y="3166000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5" name=""/>
          <p:cNvSpPr txBox="1"/>
          <p:nvPr/>
        </p:nvSpPr>
        <p:spPr bwMode="auto">
          <a:xfrm>
            <a:off x="5993622" y="3214237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6" name=""/>
          <p:cNvSpPr txBox="1"/>
          <p:nvPr/>
        </p:nvSpPr>
        <p:spPr bwMode="auto">
          <a:xfrm>
            <a:off x="6033219" y="3261754"/>
            <a:ext cx="226821" cy="2083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7" name=""/>
          <p:cNvSpPr/>
          <p:nvPr/>
        </p:nvSpPr>
        <p:spPr bwMode="auto">
          <a:xfrm>
            <a:off x="6090816" y="3524178"/>
            <a:ext cx="0" cy="16558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" name=""/>
          <p:cNvSpPr txBox="1"/>
          <p:nvPr/>
        </p:nvSpPr>
        <p:spPr bwMode="auto">
          <a:xfrm>
            <a:off x="5579648" y="2621714"/>
            <a:ext cx="10363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59" name=""/>
          <p:cNvSpPr txBox="1"/>
          <p:nvPr/>
        </p:nvSpPr>
        <p:spPr bwMode="auto">
          <a:xfrm>
            <a:off x="5572448" y="3660969"/>
            <a:ext cx="1038174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60" name=""/>
          <p:cNvSpPr/>
          <p:nvPr/>
        </p:nvSpPr>
        <p:spPr bwMode="auto">
          <a:xfrm>
            <a:off x="7257142" y="2282256"/>
            <a:ext cx="0" cy="1933078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" name=""/>
          <p:cNvSpPr txBox="1"/>
          <p:nvPr/>
        </p:nvSpPr>
        <p:spPr bwMode="auto">
          <a:xfrm>
            <a:off x="6709977" y="1797366"/>
            <a:ext cx="1101530" cy="51836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decoder LSTM</a:t>
            </a:r>
            <a:endParaRPr/>
          </a:p>
        </p:txBody>
      </p:sp>
      <p:sp>
        <p:nvSpPr>
          <p:cNvPr id="62" name=""/>
          <p:cNvSpPr txBox="1"/>
          <p:nvPr/>
        </p:nvSpPr>
        <p:spPr bwMode="auto">
          <a:xfrm rot="18899941">
            <a:off x="6930720" y="2238098"/>
            <a:ext cx="507567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63" name=""/>
          <p:cNvSpPr/>
          <p:nvPr/>
        </p:nvSpPr>
        <p:spPr bwMode="auto">
          <a:xfrm flipH="1">
            <a:off x="6083615" y="4218934"/>
            <a:ext cx="1180725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" name=""/>
          <p:cNvSpPr/>
          <p:nvPr/>
        </p:nvSpPr>
        <p:spPr bwMode="auto">
          <a:xfrm>
            <a:off x="6090816" y="3959750"/>
            <a:ext cx="0" cy="25558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" name=""/>
          <p:cNvSpPr txBox="1"/>
          <p:nvPr/>
        </p:nvSpPr>
        <p:spPr bwMode="auto">
          <a:xfrm>
            <a:off x="6159212" y="4517715"/>
            <a:ext cx="1063373" cy="25893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6" name=""/>
          <p:cNvSpPr txBox="1"/>
          <p:nvPr/>
        </p:nvSpPr>
        <p:spPr bwMode="auto">
          <a:xfrm>
            <a:off x="6432794" y="4542913"/>
            <a:ext cx="744073" cy="2034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67" name=""/>
          <p:cNvSpPr/>
          <p:nvPr/>
        </p:nvSpPr>
        <p:spPr bwMode="auto">
          <a:xfrm>
            <a:off x="6216808" y="4557312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8" name=""/>
          <p:cNvSpPr/>
          <p:nvPr/>
        </p:nvSpPr>
        <p:spPr bwMode="auto">
          <a:xfrm>
            <a:off x="6432794" y="4557312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9" name=""/>
          <p:cNvSpPr/>
          <p:nvPr/>
        </p:nvSpPr>
        <p:spPr bwMode="auto">
          <a:xfrm>
            <a:off x="7001558" y="4557312"/>
            <a:ext cx="175704" cy="17570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0" name=""/>
          <p:cNvSpPr/>
          <p:nvPr/>
        </p:nvSpPr>
        <p:spPr bwMode="auto">
          <a:xfrm>
            <a:off x="6688378" y="4226133"/>
            <a:ext cx="0" cy="20518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" name=""/>
          <p:cNvSpPr/>
          <p:nvPr/>
        </p:nvSpPr>
        <p:spPr bwMode="auto">
          <a:xfrm flipH="1">
            <a:off x="6709977" y="4960487"/>
            <a:ext cx="1051133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" name=""/>
          <p:cNvSpPr/>
          <p:nvPr/>
        </p:nvSpPr>
        <p:spPr bwMode="auto">
          <a:xfrm>
            <a:off x="6699178" y="4776899"/>
            <a:ext cx="0" cy="194387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" name=""/>
          <p:cNvSpPr txBox="1"/>
          <p:nvPr/>
        </p:nvSpPr>
        <p:spPr bwMode="auto">
          <a:xfrm>
            <a:off x="5410459" y="1289078"/>
            <a:ext cx="3779761" cy="3660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RECEIVER</a:t>
            </a:r>
            <a:endParaRPr/>
          </a:p>
        </p:txBody>
      </p:sp>
      <p:sp>
        <p:nvSpPr>
          <p:cNvPr id="18847670" name=""/>
          <p:cNvSpPr txBox="1"/>
          <p:nvPr/>
        </p:nvSpPr>
        <p:spPr bwMode="auto">
          <a:xfrm>
            <a:off x="3880554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28939317" name=""/>
          <p:cNvSpPr txBox="1"/>
          <p:nvPr/>
        </p:nvSpPr>
        <p:spPr bwMode="auto">
          <a:xfrm>
            <a:off x="2312493" y="316995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91824350" name=""/>
          <p:cNvSpPr txBox="1"/>
          <p:nvPr/>
        </p:nvSpPr>
        <p:spPr bwMode="auto">
          <a:xfrm>
            <a:off x="2584996" y="319767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268074075" name=""/>
          <p:cNvSpPr/>
          <p:nvPr/>
        </p:nvSpPr>
        <p:spPr bwMode="auto">
          <a:xfrm>
            <a:off x="2367929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01488451" name=""/>
          <p:cNvSpPr/>
          <p:nvPr/>
        </p:nvSpPr>
        <p:spPr bwMode="auto">
          <a:xfrm>
            <a:off x="2584996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46186059" name=""/>
          <p:cNvSpPr/>
          <p:nvPr/>
        </p:nvSpPr>
        <p:spPr bwMode="auto">
          <a:xfrm>
            <a:off x="3153400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85962996" name=""/>
          <p:cNvSpPr txBox="1"/>
          <p:nvPr/>
        </p:nvSpPr>
        <p:spPr bwMode="auto">
          <a:xfrm>
            <a:off x="3686166" y="3174638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6110059" name=""/>
          <p:cNvSpPr txBox="1"/>
          <p:nvPr/>
        </p:nvSpPr>
        <p:spPr bwMode="auto">
          <a:xfrm>
            <a:off x="3959749" y="320235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2022883373" name=""/>
          <p:cNvSpPr/>
          <p:nvPr/>
        </p:nvSpPr>
        <p:spPr bwMode="auto">
          <a:xfrm>
            <a:off x="374016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61951300" name=""/>
          <p:cNvSpPr/>
          <p:nvPr/>
        </p:nvSpPr>
        <p:spPr bwMode="auto">
          <a:xfrm>
            <a:off x="3959749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036958523" name=""/>
          <p:cNvSpPr/>
          <p:nvPr/>
        </p:nvSpPr>
        <p:spPr bwMode="auto">
          <a:xfrm>
            <a:off x="452491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49834391" name=""/>
          <p:cNvSpPr txBox="1"/>
          <p:nvPr/>
        </p:nvSpPr>
        <p:spPr bwMode="auto">
          <a:xfrm>
            <a:off x="2991771" y="396694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28801259" name=""/>
          <p:cNvSpPr txBox="1"/>
          <p:nvPr/>
        </p:nvSpPr>
        <p:spPr bwMode="auto">
          <a:xfrm>
            <a:off x="3264273" y="3992148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268048416" name=""/>
          <p:cNvSpPr/>
          <p:nvPr/>
        </p:nvSpPr>
        <p:spPr bwMode="auto">
          <a:xfrm>
            <a:off x="304720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833642461" name=""/>
          <p:cNvSpPr/>
          <p:nvPr/>
        </p:nvSpPr>
        <p:spPr bwMode="auto">
          <a:xfrm>
            <a:off x="3264273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76767484" name=""/>
          <p:cNvSpPr/>
          <p:nvPr/>
        </p:nvSpPr>
        <p:spPr bwMode="auto">
          <a:xfrm>
            <a:off x="383375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76862144" name=""/>
          <p:cNvSpPr txBox="1"/>
          <p:nvPr/>
        </p:nvSpPr>
        <p:spPr bwMode="auto">
          <a:xfrm rot="18899941">
            <a:off x="3353431" y="3085857"/>
            <a:ext cx="50432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1269510505" name=""/>
          <p:cNvSpPr txBox="1"/>
          <p:nvPr/>
        </p:nvSpPr>
        <p:spPr bwMode="auto">
          <a:xfrm rot="18899941">
            <a:off x="2623239" y="3898663"/>
            <a:ext cx="50540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844194183" name=""/>
          <p:cNvSpPr txBox="1"/>
          <p:nvPr/>
        </p:nvSpPr>
        <p:spPr bwMode="auto">
          <a:xfrm>
            <a:off x="2325812" y="2617034"/>
            <a:ext cx="103601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807772283" name=""/>
          <p:cNvSpPr txBox="1"/>
          <p:nvPr/>
        </p:nvSpPr>
        <p:spPr bwMode="auto">
          <a:xfrm>
            <a:off x="3675367" y="2617034"/>
            <a:ext cx="1091090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855475156" name=""/>
          <p:cNvSpPr/>
          <p:nvPr/>
        </p:nvSpPr>
        <p:spPr bwMode="auto">
          <a:xfrm flipH="1">
            <a:off x="2830860" y="3678967"/>
            <a:ext cx="138807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389107" name=""/>
          <p:cNvSpPr/>
          <p:nvPr/>
        </p:nvSpPr>
        <p:spPr bwMode="auto">
          <a:xfrm>
            <a:off x="3504738" y="4280130"/>
            <a:ext cx="0" cy="23038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486092" name=""/>
          <p:cNvSpPr/>
          <p:nvPr/>
        </p:nvSpPr>
        <p:spPr bwMode="auto">
          <a:xfrm>
            <a:off x="2853540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15919" name=""/>
          <p:cNvSpPr txBox="1"/>
          <p:nvPr/>
        </p:nvSpPr>
        <p:spPr bwMode="auto">
          <a:xfrm>
            <a:off x="2992131" y="4442119"/>
            <a:ext cx="1095769" cy="51851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encoder LSTM</a:t>
            </a:r>
            <a:endParaRPr/>
          </a:p>
        </p:txBody>
      </p:sp>
      <p:sp>
        <p:nvSpPr>
          <p:cNvPr id="371069199" name=""/>
          <p:cNvSpPr txBox="1"/>
          <p:nvPr/>
        </p:nvSpPr>
        <p:spPr bwMode="auto">
          <a:xfrm>
            <a:off x="2513720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41496540" name=""/>
          <p:cNvSpPr txBox="1"/>
          <p:nvPr/>
        </p:nvSpPr>
        <p:spPr bwMode="auto">
          <a:xfrm>
            <a:off x="2652671" y="1888080"/>
            <a:ext cx="383374" cy="348457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041912998" name=""/>
          <p:cNvSpPr txBox="1"/>
          <p:nvPr/>
        </p:nvSpPr>
        <p:spPr bwMode="auto">
          <a:xfrm>
            <a:off x="2358570" y="1303476"/>
            <a:ext cx="2293054" cy="36612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SENDER</a:t>
            </a:r>
            <a:endParaRPr/>
          </a:p>
        </p:txBody>
      </p:sp>
      <p:sp>
        <p:nvSpPr>
          <p:cNvPr id="1854847810" name=""/>
          <p:cNvSpPr/>
          <p:nvPr/>
        </p:nvSpPr>
        <p:spPr bwMode="auto">
          <a:xfrm>
            <a:off x="4002946" y="1851363"/>
            <a:ext cx="430531" cy="430531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32705183" name=""/>
          <p:cNvSpPr/>
          <p:nvPr/>
        </p:nvSpPr>
        <p:spPr bwMode="auto">
          <a:xfrm>
            <a:off x="4229732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507334" name=""/>
          <p:cNvSpPr/>
          <p:nvPr/>
        </p:nvSpPr>
        <p:spPr bwMode="auto">
          <a:xfrm>
            <a:off x="2844180" y="293777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2363980" name=""/>
          <p:cNvSpPr/>
          <p:nvPr/>
        </p:nvSpPr>
        <p:spPr bwMode="auto">
          <a:xfrm>
            <a:off x="4229732" y="292229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650367" name=""/>
          <p:cNvSpPr/>
          <p:nvPr/>
        </p:nvSpPr>
        <p:spPr bwMode="auto">
          <a:xfrm>
            <a:off x="3504738" y="3675367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01050" name=""/>
          <p:cNvSpPr/>
          <p:nvPr/>
        </p:nvSpPr>
        <p:spPr bwMode="auto">
          <a:xfrm>
            <a:off x="4218933" y="3433462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667170" name=""/>
          <p:cNvSpPr/>
          <p:nvPr/>
        </p:nvSpPr>
        <p:spPr bwMode="auto">
          <a:xfrm>
            <a:off x="2843099" y="3422664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073210" name=""/>
          <p:cNvSpPr txBox="1"/>
          <p:nvPr/>
        </p:nvSpPr>
        <p:spPr bwMode="auto">
          <a:xfrm>
            <a:off x="624199" y="335209"/>
            <a:ext cx="2199100" cy="24419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attribute generator</a:t>
            </a:r>
            <a:endParaRPr/>
          </a:p>
        </p:txBody>
      </p:sp>
      <p:sp>
        <p:nvSpPr>
          <p:cNvPr id="1030194338" name=""/>
          <p:cNvSpPr/>
          <p:nvPr/>
        </p:nvSpPr>
        <p:spPr bwMode="auto">
          <a:xfrm>
            <a:off x="6098014" y="245756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495055" name=""/>
          <p:cNvSpPr txBox="1"/>
          <p:nvPr/>
        </p:nvSpPr>
        <p:spPr bwMode="auto">
          <a:xfrm>
            <a:off x="5759636" y="176172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62579459" name=""/>
          <p:cNvSpPr txBox="1"/>
          <p:nvPr/>
        </p:nvSpPr>
        <p:spPr bwMode="auto">
          <a:xfrm>
            <a:off x="5824432" y="1892759"/>
            <a:ext cx="226820" cy="206158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33243741" name=""/>
          <p:cNvSpPr/>
          <p:nvPr/>
        </p:nvSpPr>
        <p:spPr bwMode="auto">
          <a:xfrm>
            <a:off x="6090815" y="294245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641542" name=""/>
          <p:cNvSpPr/>
          <p:nvPr/>
        </p:nvSpPr>
        <p:spPr bwMode="auto">
          <a:xfrm>
            <a:off x="6144811" y="1947116"/>
            <a:ext cx="224372" cy="224372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526059905" name=""/>
          <p:cNvSpPr/>
          <p:nvPr/>
        </p:nvSpPr>
        <p:spPr bwMode="auto">
          <a:xfrm>
            <a:off x="5964823" y="2180381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8080137" name=""/>
          <p:cNvSpPr txBox="1"/>
          <p:nvPr/>
        </p:nvSpPr>
        <p:spPr bwMode="auto">
          <a:xfrm>
            <a:off x="5957623" y="3165999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43274534" name=""/>
          <p:cNvSpPr txBox="1"/>
          <p:nvPr/>
        </p:nvSpPr>
        <p:spPr bwMode="auto">
          <a:xfrm>
            <a:off x="5993622" y="3214236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33468776" name=""/>
          <p:cNvSpPr txBox="1"/>
          <p:nvPr/>
        </p:nvSpPr>
        <p:spPr bwMode="auto">
          <a:xfrm>
            <a:off x="6033218" y="3261752"/>
            <a:ext cx="226820" cy="20831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71296130" name=""/>
          <p:cNvSpPr/>
          <p:nvPr/>
        </p:nvSpPr>
        <p:spPr bwMode="auto">
          <a:xfrm>
            <a:off x="6090815" y="3524177"/>
            <a:ext cx="0" cy="16558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07638" name=""/>
          <p:cNvSpPr txBox="1"/>
          <p:nvPr/>
        </p:nvSpPr>
        <p:spPr bwMode="auto">
          <a:xfrm>
            <a:off x="5579647" y="2621713"/>
            <a:ext cx="1036373" cy="305151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1731693857" name=""/>
          <p:cNvSpPr txBox="1"/>
          <p:nvPr/>
        </p:nvSpPr>
        <p:spPr bwMode="auto">
          <a:xfrm>
            <a:off x="5572447" y="3660968"/>
            <a:ext cx="1038173" cy="305151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ReLU</a:t>
            </a:r>
            <a:endParaRPr/>
          </a:p>
        </p:txBody>
      </p:sp>
      <p:sp>
        <p:nvSpPr>
          <p:cNvPr id="1038463225" name=""/>
          <p:cNvSpPr/>
          <p:nvPr/>
        </p:nvSpPr>
        <p:spPr bwMode="auto">
          <a:xfrm>
            <a:off x="7257141" y="2282256"/>
            <a:ext cx="0" cy="1933077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029024" name=""/>
          <p:cNvSpPr txBox="1"/>
          <p:nvPr/>
        </p:nvSpPr>
        <p:spPr bwMode="auto">
          <a:xfrm>
            <a:off x="6709977" y="1797365"/>
            <a:ext cx="1101529" cy="518366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decoder LSTM</a:t>
            </a:r>
            <a:endParaRPr/>
          </a:p>
        </p:txBody>
      </p:sp>
      <p:sp>
        <p:nvSpPr>
          <p:cNvPr id="1561218669" name=""/>
          <p:cNvSpPr txBox="1"/>
          <p:nvPr/>
        </p:nvSpPr>
        <p:spPr bwMode="auto">
          <a:xfrm rot="18899905">
            <a:off x="6930720" y="2238097"/>
            <a:ext cx="507567" cy="305151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r</a:t>
            </a:r>
            <a:endParaRPr/>
          </a:p>
        </p:txBody>
      </p:sp>
      <p:sp>
        <p:nvSpPr>
          <p:cNvPr id="407285162" name=""/>
          <p:cNvSpPr/>
          <p:nvPr/>
        </p:nvSpPr>
        <p:spPr bwMode="auto">
          <a:xfrm flipH="1">
            <a:off x="6083615" y="4218933"/>
            <a:ext cx="1180724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16547" name=""/>
          <p:cNvSpPr/>
          <p:nvPr/>
        </p:nvSpPr>
        <p:spPr bwMode="auto">
          <a:xfrm>
            <a:off x="6090815" y="3959749"/>
            <a:ext cx="0" cy="25558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699460" name=""/>
          <p:cNvSpPr txBox="1"/>
          <p:nvPr/>
        </p:nvSpPr>
        <p:spPr bwMode="auto">
          <a:xfrm>
            <a:off x="6159211" y="4517714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905473887" name=""/>
          <p:cNvSpPr txBox="1"/>
          <p:nvPr/>
        </p:nvSpPr>
        <p:spPr bwMode="auto">
          <a:xfrm>
            <a:off x="6432793" y="4542912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1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917532059" name=""/>
          <p:cNvSpPr/>
          <p:nvPr/>
        </p:nvSpPr>
        <p:spPr bwMode="auto">
          <a:xfrm>
            <a:off x="6216807" y="4557312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31503263" name=""/>
          <p:cNvSpPr/>
          <p:nvPr/>
        </p:nvSpPr>
        <p:spPr bwMode="auto">
          <a:xfrm>
            <a:off x="6432793" y="4557312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46372712" name=""/>
          <p:cNvSpPr/>
          <p:nvPr/>
        </p:nvSpPr>
        <p:spPr bwMode="auto">
          <a:xfrm>
            <a:off x="7001557" y="4557312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11479575" name=""/>
          <p:cNvSpPr/>
          <p:nvPr/>
        </p:nvSpPr>
        <p:spPr bwMode="auto">
          <a:xfrm>
            <a:off x="6688377" y="4226132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18542" name=""/>
          <p:cNvSpPr txBox="1"/>
          <p:nvPr/>
        </p:nvSpPr>
        <p:spPr bwMode="auto">
          <a:xfrm flipH="0" flipV="0">
            <a:off x="5410458" y="1289077"/>
            <a:ext cx="2561127" cy="36612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RECEIVER</a:t>
            </a:r>
            <a:endParaRPr/>
          </a:p>
        </p:txBody>
      </p:sp>
      <p:sp>
        <p:nvSpPr>
          <p:cNvPr id="836558741" name=""/>
          <p:cNvSpPr txBox="1"/>
          <p:nvPr/>
        </p:nvSpPr>
        <p:spPr bwMode="auto">
          <a:xfrm>
            <a:off x="3880554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17035081" name=""/>
          <p:cNvSpPr txBox="1"/>
          <p:nvPr/>
        </p:nvSpPr>
        <p:spPr bwMode="auto">
          <a:xfrm>
            <a:off x="2312493" y="316995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67949606" name=""/>
          <p:cNvSpPr txBox="1"/>
          <p:nvPr/>
        </p:nvSpPr>
        <p:spPr bwMode="auto">
          <a:xfrm>
            <a:off x="2584996" y="319767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3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260188971" name=""/>
          <p:cNvSpPr/>
          <p:nvPr/>
        </p:nvSpPr>
        <p:spPr bwMode="auto">
          <a:xfrm>
            <a:off x="2367929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523985264" name=""/>
          <p:cNvSpPr/>
          <p:nvPr/>
        </p:nvSpPr>
        <p:spPr bwMode="auto">
          <a:xfrm>
            <a:off x="2584996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32872459" name=""/>
          <p:cNvSpPr/>
          <p:nvPr/>
        </p:nvSpPr>
        <p:spPr bwMode="auto">
          <a:xfrm>
            <a:off x="3153400" y="321171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03815450" name=""/>
          <p:cNvSpPr txBox="1"/>
          <p:nvPr/>
        </p:nvSpPr>
        <p:spPr bwMode="auto">
          <a:xfrm>
            <a:off x="3686166" y="3174638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012788899" name=""/>
          <p:cNvSpPr txBox="1"/>
          <p:nvPr/>
        </p:nvSpPr>
        <p:spPr bwMode="auto">
          <a:xfrm>
            <a:off x="3959749" y="3202357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735342726" name=""/>
          <p:cNvSpPr/>
          <p:nvPr/>
        </p:nvSpPr>
        <p:spPr bwMode="auto">
          <a:xfrm>
            <a:off x="374016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82686157" name=""/>
          <p:cNvSpPr/>
          <p:nvPr/>
        </p:nvSpPr>
        <p:spPr bwMode="auto">
          <a:xfrm>
            <a:off x="3959749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73283068" name=""/>
          <p:cNvSpPr/>
          <p:nvPr/>
        </p:nvSpPr>
        <p:spPr bwMode="auto">
          <a:xfrm>
            <a:off x="4524913" y="321603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357075791" name=""/>
          <p:cNvSpPr txBox="1"/>
          <p:nvPr/>
        </p:nvSpPr>
        <p:spPr bwMode="auto">
          <a:xfrm>
            <a:off x="2991771" y="3966949"/>
            <a:ext cx="1063372" cy="25893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33364532" name=""/>
          <p:cNvSpPr txBox="1"/>
          <p:nvPr/>
        </p:nvSpPr>
        <p:spPr bwMode="auto">
          <a:xfrm>
            <a:off x="3264273" y="3992148"/>
            <a:ext cx="744072" cy="203458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ctr"/>
          <a:lstStyle/>
          <a:p>
            <a:pPr marL="0"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 </a:t>
            </a: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•</a:t>
            </a:r>
            <a:endParaRPr/>
          </a:p>
        </p:txBody>
      </p:sp>
      <p:sp>
        <p:nvSpPr>
          <p:cNvPr id="1919053486" name=""/>
          <p:cNvSpPr/>
          <p:nvPr/>
        </p:nvSpPr>
        <p:spPr bwMode="auto">
          <a:xfrm>
            <a:off x="304720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98394705" name=""/>
          <p:cNvSpPr/>
          <p:nvPr/>
        </p:nvSpPr>
        <p:spPr bwMode="auto">
          <a:xfrm>
            <a:off x="3264273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725346845" name=""/>
          <p:cNvSpPr/>
          <p:nvPr/>
        </p:nvSpPr>
        <p:spPr bwMode="auto">
          <a:xfrm>
            <a:off x="3833757" y="4006546"/>
            <a:ext cx="175703" cy="17570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458676781" name=""/>
          <p:cNvSpPr txBox="1"/>
          <p:nvPr/>
        </p:nvSpPr>
        <p:spPr bwMode="auto">
          <a:xfrm rot="18899941">
            <a:off x="3353431" y="3085857"/>
            <a:ext cx="50432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2145043597" name=""/>
          <p:cNvSpPr txBox="1"/>
          <p:nvPr/>
        </p:nvSpPr>
        <p:spPr bwMode="auto">
          <a:xfrm rot="18899941">
            <a:off x="2623239" y="3898663"/>
            <a:ext cx="505407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l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h</a:t>
            </a:r>
            <a:r>
              <a:rPr sz="14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s</a:t>
            </a:r>
            <a:endParaRPr/>
          </a:p>
        </p:txBody>
      </p:sp>
      <p:sp>
        <p:nvSpPr>
          <p:cNvPr id="529335901" name=""/>
          <p:cNvSpPr txBox="1"/>
          <p:nvPr/>
        </p:nvSpPr>
        <p:spPr bwMode="auto">
          <a:xfrm>
            <a:off x="2325812" y="2617034"/>
            <a:ext cx="1036013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90101452" name=""/>
          <p:cNvSpPr txBox="1"/>
          <p:nvPr/>
        </p:nvSpPr>
        <p:spPr bwMode="auto">
          <a:xfrm>
            <a:off x="3675367" y="2617034"/>
            <a:ext cx="1091090" cy="30515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ResNet</a:t>
            </a:r>
            <a:endParaRPr/>
          </a:p>
        </p:txBody>
      </p:sp>
      <p:sp>
        <p:nvSpPr>
          <p:cNvPr id="566943713" name=""/>
          <p:cNvSpPr/>
          <p:nvPr/>
        </p:nvSpPr>
        <p:spPr bwMode="auto">
          <a:xfrm flipH="1">
            <a:off x="2830860" y="3678967"/>
            <a:ext cx="1388071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086886" name=""/>
          <p:cNvSpPr/>
          <p:nvPr/>
        </p:nvSpPr>
        <p:spPr bwMode="auto">
          <a:xfrm>
            <a:off x="3504738" y="4280130"/>
            <a:ext cx="0" cy="23038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731258" name=""/>
          <p:cNvSpPr/>
          <p:nvPr/>
        </p:nvSpPr>
        <p:spPr bwMode="auto">
          <a:xfrm>
            <a:off x="2853540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403404" name=""/>
          <p:cNvSpPr txBox="1"/>
          <p:nvPr/>
        </p:nvSpPr>
        <p:spPr bwMode="auto">
          <a:xfrm>
            <a:off x="2992131" y="4442119"/>
            <a:ext cx="1095769" cy="51851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encoder LSTM</a:t>
            </a:r>
            <a:endParaRPr/>
          </a:p>
        </p:txBody>
      </p:sp>
      <p:sp>
        <p:nvSpPr>
          <p:cNvPr id="2056922623" name=""/>
          <p:cNvSpPr txBox="1"/>
          <p:nvPr/>
        </p:nvSpPr>
        <p:spPr bwMode="auto">
          <a:xfrm>
            <a:off x="2513720" y="1757048"/>
            <a:ext cx="679275" cy="61016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5877935" name=""/>
          <p:cNvSpPr txBox="1"/>
          <p:nvPr/>
        </p:nvSpPr>
        <p:spPr bwMode="auto">
          <a:xfrm>
            <a:off x="2652671" y="1888080"/>
            <a:ext cx="383374" cy="348457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119259493" name=""/>
          <p:cNvSpPr txBox="1"/>
          <p:nvPr/>
        </p:nvSpPr>
        <p:spPr bwMode="auto">
          <a:xfrm>
            <a:off x="2358570" y="1303476"/>
            <a:ext cx="2293054" cy="366120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800" strike="noStrike">
                <a:solidFill>
                  <a:srgbClr val="000000"/>
                </a:solidFill>
                <a:latin typeface="Cantarell"/>
                <a:cs typeface="Cantarell"/>
              </a:rPr>
              <a:t>SENDER</a:t>
            </a:r>
            <a:endParaRPr/>
          </a:p>
        </p:txBody>
      </p:sp>
      <p:sp>
        <p:nvSpPr>
          <p:cNvPr id="30998540" name=""/>
          <p:cNvSpPr/>
          <p:nvPr/>
        </p:nvSpPr>
        <p:spPr bwMode="auto">
          <a:xfrm>
            <a:off x="4002946" y="1851363"/>
            <a:ext cx="430531" cy="430531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535579287" name=""/>
          <p:cNvSpPr/>
          <p:nvPr/>
        </p:nvSpPr>
        <p:spPr bwMode="auto">
          <a:xfrm>
            <a:off x="4229732" y="245288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410114" name=""/>
          <p:cNvSpPr/>
          <p:nvPr/>
        </p:nvSpPr>
        <p:spPr bwMode="auto">
          <a:xfrm>
            <a:off x="2844180" y="2937773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1195856" name=""/>
          <p:cNvSpPr/>
          <p:nvPr/>
        </p:nvSpPr>
        <p:spPr bwMode="auto">
          <a:xfrm>
            <a:off x="4229732" y="2922294"/>
            <a:ext cx="0" cy="16414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98084" name=""/>
          <p:cNvSpPr/>
          <p:nvPr/>
        </p:nvSpPr>
        <p:spPr bwMode="auto">
          <a:xfrm>
            <a:off x="3504738" y="3675367"/>
            <a:ext cx="0" cy="20518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111034" name=""/>
          <p:cNvSpPr/>
          <p:nvPr/>
        </p:nvSpPr>
        <p:spPr bwMode="auto">
          <a:xfrm>
            <a:off x="4218933" y="3433462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8493313" name=""/>
          <p:cNvSpPr/>
          <p:nvPr/>
        </p:nvSpPr>
        <p:spPr bwMode="auto">
          <a:xfrm>
            <a:off x="2843099" y="3422664"/>
            <a:ext cx="0" cy="25270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9238" name=""/>
          <p:cNvSpPr txBox="1"/>
          <p:nvPr/>
        </p:nvSpPr>
        <p:spPr bwMode="auto">
          <a:xfrm>
            <a:off x="6152011" y="4737300"/>
            <a:ext cx="1116649" cy="396599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000" strike="noStrike">
                <a:solidFill>
                  <a:srgbClr val="000000"/>
                </a:solidFill>
                <a:latin typeface="Cantarell"/>
                <a:cs typeface="Cantarell"/>
              </a:rPr>
              <a:t>multi-hot attributes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 rot="16140000">
            <a:off x="3204663" y="4108908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" name=""/>
          <p:cNvSpPr txBox="1"/>
          <p:nvPr/>
        </p:nvSpPr>
        <p:spPr bwMode="auto">
          <a:xfrm rot="16140000">
            <a:off x="3160026" y="4155705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" name=""/>
          <p:cNvSpPr txBox="1"/>
          <p:nvPr/>
        </p:nvSpPr>
        <p:spPr bwMode="auto">
          <a:xfrm rot="16140000">
            <a:off x="3696032" y="297497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5" name=""/>
          <p:cNvSpPr txBox="1"/>
          <p:nvPr/>
        </p:nvSpPr>
        <p:spPr bwMode="auto">
          <a:xfrm rot="16140000">
            <a:off x="3645636" y="3025376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6" name=""/>
          <p:cNvSpPr txBox="1"/>
          <p:nvPr/>
        </p:nvSpPr>
        <p:spPr bwMode="auto">
          <a:xfrm rot="16140000">
            <a:off x="2520706" y="1722978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7" name=""/>
          <p:cNvSpPr txBox="1"/>
          <p:nvPr/>
        </p:nvSpPr>
        <p:spPr bwMode="auto">
          <a:xfrm rot="16140000">
            <a:off x="2585989" y="1854117"/>
            <a:ext cx="226821" cy="206159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8" name=""/>
          <p:cNvSpPr/>
          <p:nvPr/>
        </p:nvSpPr>
        <p:spPr bwMode="auto">
          <a:xfrm rot="16140000">
            <a:off x="2906641" y="1907990"/>
            <a:ext cx="224373" cy="224373"/>
          </a:xfrm>
          <a:prstGeom prst="ellipse">
            <a:avLst/>
          </a:prstGeom>
          <a:solidFill>
            <a:srgbClr val="547F34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9" name=""/>
          <p:cNvSpPr/>
          <p:nvPr/>
        </p:nvSpPr>
        <p:spPr bwMode="auto">
          <a:xfrm rot="16140000">
            <a:off x="2726743" y="2141260"/>
            <a:ext cx="132291" cy="132291"/>
          </a:xfrm>
          <a:prstGeom prst="ellipse">
            <a:avLst/>
          </a:prstGeom>
          <a:solidFill>
            <a:srgbClr val="244161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0" name=""/>
          <p:cNvSpPr txBox="1"/>
          <p:nvPr/>
        </p:nvSpPr>
        <p:spPr bwMode="auto">
          <a:xfrm rot="16140000">
            <a:off x="3598838" y="1727658"/>
            <a:ext cx="679277" cy="610161"/>
          </a:xfrm>
          <a:prstGeom prst="rect">
            <a:avLst/>
          </a:prstGeom>
          <a:solidFill>
            <a:srgbClr val="000000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1" name=""/>
          <p:cNvSpPr txBox="1"/>
          <p:nvPr/>
        </p:nvSpPr>
        <p:spPr bwMode="auto">
          <a:xfrm rot="16140000">
            <a:off x="3666641" y="1858796"/>
            <a:ext cx="226821" cy="2061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 flipH="1">
            <a:off x="180852" y="1344515"/>
            <a:ext cx="82074" cy="4247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"/>
          <p:cNvSpPr/>
          <p:nvPr/>
        </p:nvSpPr>
        <p:spPr bwMode="auto">
          <a:xfrm flipH="1">
            <a:off x="728233" y="1620617"/>
            <a:ext cx="82074" cy="4247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"/>
          <p:cNvSpPr txBox="1"/>
          <p:nvPr/>
        </p:nvSpPr>
        <p:spPr bwMode="auto">
          <a:xfrm rot="16140000">
            <a:off x="2520577" y="2514846"/>
            <a:ext cx="1763168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marL="0" algn="ctr">
              <a:defRPr/>
            </a:pPr>
            <a:r>
              <a:rPr sz="1400" strike="noStrike">
                <a:solidFill>
                  <a:srgbClr val="000000"/>
                </a:solidFill>
                <a:latin typeface="Cantarell"/>
                <a:cs typeface="Cantarell"/>
              </a:rPr>
              <a:t>feature extractor</a:t>
            </a:r>
            <a:endParaRPr/>
          </a:p>
        </p:txBody>
      </p:sp>
      <p:sp>
        <p:nvSpPr>
          <p:cNvPr id="15" name=""/>
          <p:cNvSpPr txBox="1"/>
          <p:nvPr/>
        </p:nvSpPr>
        <p:spPr bwMode="auto">
          <a:xfrm rot="16140000">
            <a:off x="3598838" y="3072173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16" name=""/>
          <p:cNvSpPr/>
          <p:nvPr/>
        </p:nvSpPr>
        <p:spPr bwMode="auto">
          <a:xfrm flipH="1">
            <a:off x="44852" y="1740490"/>
            <a:ext cx="299357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" name=""/>
          <p:cNvSpPr/>
          <p:nvPr/>
        </p:nvSpPr>
        <p:spPr bwMode="auto">
          <a:xfrm flipH="1">
            <a:off x="85854" y="1760649"/>
            <a:ext cx="299320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" name=""/>
          <p:cNvSpPr/>
          <p:nvPr/>
        </p:nvSpPr>
        <p:spPr bwMode="auto">
          <a:xfrm flipH="1">
            <a:off x="133731" y="1787647"/>
            <a:ext cx="299320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"/>
          <p:cNvSpPr/>
          <p:nvPr/>
        </p:nvSpPr>
        <p:spPr bwMode="auto">
          <a:xfrm flipH="1">
            <a:off x="188664" y="1811764"/>
            <a:ext cx="299465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"/>
          <p:cNvSpPr/>
          <p:nvPr/>
        </p:nvSpPr>
        <p:spPr bwMode="auto">
          <a:xfrm flipH="1">
            <a:off x="239636" y="1834084"/>
            <a:ext cx="299249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"/>
          <p:cNvSpPr/>
          <p:nvPr/>
        </p:nvSpPr>
        <p:spPr bwMode="auto">
          <a:xfrm flipH="1">
            <a:off x="289781" y="1860002"/>
            <a:ext cx="299501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"/>
          <p:cNvSpPr/>
          <p:nvPr/>
        </p:nvSpPr>
        <p:spPr bwMode="auto">
          <a:xfrm>
            <a:off x="249680" y="1734370"/>
            <a:ext cx="346442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"/>
          <p:cNvSpPr/>
          <p:nvPr/>
        </p:nvSpPr>
        <p:spPr bwMode="auto">
          <a:xfrm>
            <a:off x="206303" y="1757049"/>
            <a:ext cx="346262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"/>
          <p:cNvSpPr/>
          <p:nvPr/>
        </p:nvSpPr>
        <p:spPr bwMode="auto">
          <a:xfrm>
            <a:off x="164581" y="1777928"/>
            <a:ext cx="346226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"/>
          <p:cNvSpPr/>
          <p:nvPr/>
        </p:nvSpPr>
        <p:spPr bwMode="auto">
          <a:xfrm>
            <a:off x="122752" y="1800966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"/>
          <p:cNvSpPr/>
          <p:nvPr/>
        </p:nvSpPr>
        <p:spPr bwMode="auto">
          <a:xfrm>
            <a:off x="79554" y="1823284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36105" y="1845963"/>
            <a:ext cx="346190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"/>
          <p:cNvSpPr txBox="1"/>
          <p:nvPr/>
        </p:nvSpPr>
        <p:spPr bwMode="auto">
          <a:xfrm rot="16140000">
            <a:off x="2611420" y="2971379"/>
            <a:ext cx="679277" cy="610161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29" name=""/>
          <p:cNvSpPr txBox="1"/>
          <p:nvPr/>
        </p:nvSpPr>
        <p:spPr bwMode="auto">
          <a:xfrm rot="16140000">
            <a:off x="2561024" y="3021776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0" name=""/>
          <p:cNvSpPr txBox="1"/>
          <p:nvPr/>
        </p:nvSpPr>
        <p:spPr bwMode="auto">
          <a:xfrm rot="16140000">
            <a:off x="2515307" y="3068573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31" name=""/>
          <p:cNvSpPr/>
          <p:nvPr/>
        </p:nvSpPr>
        <p:spPr bwMode="auto">
          <a:xfrm flipH="1">
            <a:off x="-505767" y="1463667"/>
            <a:ext cx="299249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" name=""/>
          <p:cNvSpPr/>
          <p:nvPr/>
        </p:nvSpPr>
        <p:spPr bwMode="auto">
          <a:xfrm flipH="1">
            <a:off x="-464729" y="1484186"/>
            <a:ext cx="299213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" name=""/>
          <p:cNvSpPr/>
          <p:nvPr/>
        </p:nvSpPr>
        <p:spPr bwMode="auto">
          <a:xfrm flipH="1">
            <a:off x="-416852" y="1510824"/>
            <a:ext cx="299249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" name=""/>
          <p:cNvSpPr/>
          <p:nvPr/>
        </p:nvSpPr>
        <p:spPr bwMode="auto">
          <a:xfrm flipH="1">
            <a:off x="-362136" y="1534943"/>
            <a:ext cx="299465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" name=""/>
          <p:cNvSpPr/>
          <p:nvPr/>
        </p:nvSpPr>
        <p:spPr bwMode="auto">
          <a:xfrm flipH="1">
            <a:off x="-311091" y="1557261"/>
            <a:ext cx="299375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" name=""/>
          <p:cNvSpPr/>
          <p:nvPr/>
        </p:nvSpPr>
        <p:spPr bwMode="auto">
          <a:xfrm flipH="1">
            <a:off x="-260946" y="1583540"/>
            <a:ext cx="299357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" name=""/>
          <p:cNvSpPr/>
          <p:nvPr/>
        </p:nvSpPr>
        <p:spPr bwMode="auto">
          <a:xfrm>
            <a:off x="-301084" y="1457908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" name=""/>
          <p:cNvSpPr/>
          <p:nvPr/>
        </p:nvSpPr>
        <p:spPr bwMode="auto">
          <a:xfrm>
            <a:off x="-344425" y="1480226"/>
            <a:ext cx="346279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" name=""/>
          <p:cNvSpPr/>
          <p:nvPr/>
        </p:nvSpPr>
        <p:spPr bwMode="auto">
          <a:xfrm>
            <a:off x="-386254" y="1501465"/>
            <a:ext cx="346406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" name=""/>
          <p:cNvSpPr/>
          <p:nvPr/>
        </p:nvSpPr>
        <p:spPr bwMode="auto">
          <a:xfrm>
            <a:off x="-428012" y="1524143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" name=""/>
          <p:cNvSpPr/>
          <p:nvPr/>
        </p:nvSpPr>
        <p:spPr bwMode="auto">
          <a:xfrm>
            <a:off x="-471209" y="1546822"/>
            <a:ext cx="346334" cy="17278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" name=""/>
          <p:cNvSpPr/>
          <p:nvPr/>
        </p:nvSpPr>
        <p:spPr bwMode="auto">
          <a:xfrm>
            <a:off x="-514766" y="1569141"/>
            <a:ext cx="346442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" name=""/>
          <p:cNvSpPr txBox="1"/>
          <p:nvPr/>
        </p:nvSpPr>
        <p:spPr bwMode="auto">
          <a:xfrm rot="16140000">
            <a:off x="3106749" y="4209701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4" name=""/>
          <p:cNvSpPr txBox="1"/>
          <p:nvPr/>
        </p:nvSpPr>
        <p:spPr bwMode="auto">
          <a:xfrm rot="16140000">
            <a:off x="3049513" y="4252899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5" name=""/>
          <p:cNvSpPr txBox="1"/>
          <p:nvPr/>
        </p:nvSpPr>
        <p:spPr bwMode="auto">
          <a:xfrm rot="16140000">
            <a:off x="2998036" y="4306895"/>
            <a:ext cx="679277" cy="610161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txBody>
          <a:bodyPr/>
          <a:lstStyle/>
          <a:p>
            <a:pPr marL="0" algn="l">
              <a:defRPr/>
            </a:pPr>
            <a:endParaRPr/>
          </a:p>
        </p:txBody>
      </p:sp>
      <p:sp>
        <p:nvSpPr>
          <p:cNvPr id="46" name=""/>
          <p:cNvSpPr/>
          <p:nvPr/>
        </p:nvSpPr>
        <p:spPr bwMode="auto">
          <a:xfrm flipH="1">
            <a:off x="-878703" y="1906439"/>
            <a:ext cx="299501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" name=""/>
          <p:cNvSpPr/>
          <p:nvPr/>
        </p:nvSpPr>
        <p:spPr bwMode="auto">
          <a:xfrm flipH="1">
            <a:off x="-837666" y="1926958"/>
            <a:ext cx="299501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" name=""/>
          <p:cNvSpPr/>
          <p:nvPr/>
        </p:nvSpPr>
        <p:spPr bwMode="auto">
          <a:xfrm flipH="1">
            <a:off x="-789789" y="1953596"/>
            <a:ext cx="299501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" name=""/>
          <p:cNvSpPr/>
          <p:nvPr/>
        </p:nvSpPr>
        <p:spPr bwMode="auto">
          <a:xfrm flipH="1">
            <a:off x="-734712" y="1977715"/>
            <a:ext cx="299141" cy="155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" name=""/>
          <p:cNvSpPr/>
          <p:nvPr/>
        </p:nvSpPr>
        <p:spPr bwMode="auto">
          <a:xfrm flipH="1">
            <a:off x="-683955" y="2000393"/>
            <a:ext cx="299501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" name=""/>
          <p:cNvSpPr/>
          <p:nvPr/>
        </p:nvSpPr>
        <p:spPr bwMode="auto">
          <a:xfrm flipH="1">
            <a:off x="-633559" y="2026312"/>
            <a:ext cx="299213" cy="15479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" name=""/>
          <p:cNvSpPr/>
          <p:nvPr/>
        </p:nvSpPr>
        <p:spPr bwMode="auto">
          <a:xfrm>
            <a:off x="-673876" y="1900680"/>
            <a:ext cx="346334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" name=""/>
          <p:cNvSpPr/>
          <p:nvPr/>
        </p:nvSpPr>
        <p:spPr bwMode="auto">
          <a:xfrm>
            <a:off x="-717073" y="1923358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" name=""/>
          <p:cNvSpPr/>
          <p:nvPr/>
        </p:nvSpPr>
        <p:spPr bwMode="auto">
          <a:xfrm>
            <a:off x="-758831" y="1944237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" name=""/>
          <p:cNvSpPr/>
          <p:nvPr/>
        </p:nvSpPr>
        <p:spPr bwMode="auto">
          <a:xfrm>
            <a:off x="-800588" y="1967276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" name=""/>
          <p:cNvSpPr/>
          <p:nvPr/>
        </p:nvSpPr>
        <p:spPr bwMode="auto">
          <a:xfrm>
            <a:off x="-843785" y="1989594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" name=""/>
          <p:cNvSpPr/>
          <p:nvPr/>
        </p:nvSpPr>
        <p:spPr bwMode="auto">
          <a:xfrm>
            <a:off x="-887343" y="2011913"/>
            <a:ext cx="346298" cy="17314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" name=""/>
          <p:cNvSpPr/>
          <p:nvPr/>
        </p:nvSpPr>
        <p:spPr bwMode="auto">
          <a:xfrm flipH="1">
            <a:off x="-292875" y="1867202"/>
            <a:ext cx="82074" cy="4247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" name=""/>
          <p:cNvSpPr/>
          <p:nvPr/>
        </p:nvSpPr>
        <p:spPr bwMode="auto">
          <a:xfrm flipH="1">
            <a:off x="-494967" y="1691893"/>
            <a:ext cx="64435" cy="33477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" name=""/>
          <p:cNvSpPr/>
          <p:nvPr/>
        </p:nvSpPr>
        <p:spPr bwMode="auto">
          <a:xfrm flipH="1">
            <a:off x="65155" y="1972675"/>
            <a:ext cx="66163" cy="34197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" name=""/>
          <p:cNvSpPr/>
          <p:nvPr/>
        </p:nvSpPr>
        <p:spPr bwMode="auto">
          <a:xfrm flipH="1">
            <a:off x="-499287" y="1725011"/>
            <a:ext cx="564444" cy="28186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" name=""/>
          <p:cNvSpPr/>
          <p:nvPr/>
        </p:nvSpPr>
        <p:spPr bwMode="auto">
          <a:xfrm flipH="1">
            <a:off x="-16442" y="1444589"/>
            <a:ext cx="82067" cy="4247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" name=""/>
          <p:cNvSpPr/>
          <p:nvPr/>
        </p:nvSpPr>
        <p:spPr bwMode="auto">
          <a:xfrm flipH="1">
            <a:off x="530966" y="1720691"/>
            <a:ext cx="82074" cy="4247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" name=""/>
          <p:cNvSpPr txBox="1"/>
          <p:nvPr/>
        </p:nvSpPr>
        <p:spPr bwMode="auto">
          <a:xfrm>
            <a:off x="3084285" y="2088948"/>
            <a:ext cx="724274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/>
              <a:t>128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×7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×7</a:t>
            </a:r>
            <a:endParaRPr/>
          </a:p>
        </p:txBody>
      </p:sp>
      <p:sp>
        <p:nvSpPr>
          <p:cNvPr id="65" name=""/>
          <p:cNvSpPr txBox="1"/>
          <p:nvPr/>
        </p:nvSpPr>
        <p:spPr bwMode="auto">
          <a:xfrm>
            <a:off x="4182936" y="2085348"/>
            <a:ext cx="725714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/>
              <a:t>256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×7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×7</a:t>
            </a:r>
            <a:endParaRPr/>
          </a:p>
        </p:txBody>
      </p:sp>
      <p:sp>
        <p:nvSpPr>
          <p:cNvPr id="66" name=""/>
          <p:cNvSpPr txBox="1"/>
          <p:nvPr/>
        </p:nvSpPr>
        <p:spPr bwMode="auto">
          <a:xfrm>
            <a:off x="1722131" y="2085348"/>
            <a:ext cx="893823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×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224</a:t>
            </a:r>
            <a:r>
              <a:rPr lang="en-US" sz="1000" u="none" strike="noStrike" spc="0">
                <a:solidFill>
                  <a:srgbClr val="000000"/>
                </a:solidFill>
                <a:latin typeface="Arial"/>
                <a:cs typeface="Arial"/>
              </a:rPr>
              <a:t>×224</a:t>
            </a:r>
            <a:endParaRPr/>
          </a:p>
        </p:txBody>
      </p:sp>
      <p:sp>
        <p:nvSpPr>
          <p:cNvPr id="67" name=""/>
          <p:cNvSpPr txBox="1"/>
          <p:nvPr/>
        </p:nvSpPr>
        <p:spPr bwMode="auto">
          <a:xfrm>
            <a:off x="624200" y="335210"/>
            <a:ext cx="2207740" cy="396695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masked image processing submodule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_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 bwMode="auto">
          <a:xfrm>
            <a:off x="2633234" y="1814284"/>
            <a:ext cx="6547987" cy="341150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6">
                <a:solidFill>
                  <a:srgbClr val="000000"/>
                </a:solidFill>
                <a:latin typeface="Arial"/>
                <a:cs typeface="Arial"/>
              </a:rPr>
              <a:t>Game</a:t>
            </a:r>
            <a:endParaRPr/>
          </a:p>
        </p:txBody>
      </p:sp>
      <p:sp>
        <p:nvSpPr>
          <p:cNvPr id="3" name=""/>
          <p:cNvSpPr txBox="1"/>
          <p:nvPr/>
        </p:nvSpPr>
        <p:spPr bwMode="auto">
          <a:xfrm>
            <a:off x="624200" y="335210"/>
            <a:ext cx="2196941" cy="244207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trike="noStrike"/>
              <a:t>egg</a:t>
            </a:r>
            <a:endParaRPr/>
          </a:p>
        </p:txBody>
      </p:sp>
      <p:sp>
        <p:nvSpPr>
          <p:cNvPr id="4" name=""/>
          <p:cNvSpPr txBox="1"/>
          <p:nvPr/>
        </p:nvSpPr>
        <p:spPr bwMode="auto">
          <a:xfrm>
            <a:off x="2755266" y="2381969"/>
            <a:ext cx="2813222" cy="2104427"/>
          </a:xfrm>
          <a:prstGeom prst="rect">
            <a:avLst/>
          </a:prstGeom>
          <a:solidFill>
            <a:srgbClr val="B5CBE4"/>
          </a:solidFill>
          <a:ln>
            <a:noFill/>
          </a:ln>
          <a:effectLst/>
        </p:spPr>
        <p:txBody>
          <a:bodyPr lIns="91440" tIns="45720" rIns="91440" bIns="45720" anchor="b"/>
          <a:lstStyle/>
          <a:p>
            <a:pPr algn="l">
              <a:defRPr/>
            </a:pPr>
            <a:r>
              <a:rPr sz="1200" b="1" cap="small" spc="56">
                <a:solidFill>
                  <a:srgbClr val="000000"/>
                </a:solidFill>
                <a:latin typeface="Arial"/>
                <a:cs typeface="Arial"/>
              </a:rPr>
              <a:t>Sender Wrapper</a:t>
            </a:r>
            <a:endParaRPr/>
          </a:p>
        </p:txBody>
      </p:sp>
      <p:sp>
        <p:nvSpPr>
          <p:cNvPr id="5" name=""/>
          <p:cNvSpPr txBox="1"/>
          <p:nvPr/>
        </p:nvSpPr>
        <p:spPr bwMode="auto">
          <a:xfrm>
            <a:off x="6094416" y="2435246"/>
            <a:ext cx="2859299" cy="2050790"/>
          </a:xfrm>
          <a:prstGeom prst="rect">
            <a:avLst/>
          </a:prstGeom>
          <a:solidFill>
            <a:srgbClr val="B5CBE4"/>
          </a:solidFill>
          <a:ln>
            <a:noFill/>
          </a:ln>
          <a:effectLst/>
        </p:spPr>
        <p:txBody>
          <a:bodyPr lIns="91440" tIns="45720" rIns="91440" bIns="45720" anchor="b"/>
          <a:lstStyle/>
          <a:p>
            <a:pPr algn="l">
              <a:defRPr/>
            </a:pPr>
            <a:r>
              <a:rPr sz="1200" b="1" cap="small" spc="56">
                <a:solidFill>
                  <a:srgbClr val="000000"/>
                </a:solidFill>
                <a:latin typeface="Arial"/>
                <a:cs typeface="Arial"/>
              </a:rPr>
              <a:t>Receiver Wrapper</a:t>
            </a:r>
            <a:endParaRPr/>
          </a:p>
        </p:txBody>
      </p:sp>
      <p:sp>
        <p:nvSpPr>
          <p:cNvPr id="6" name=""/>
          <p:cNvSpPr txBox="1"/>
          <p:nvPr/>
        </p:nvSpPr>
        <p:spPr bwMode="auto">
          <a:xfrm>
            <a:off x="2867939" y="2566998"/>
            <a:ext cx="1107650" cy="1502905"/>
          </a:xfrm>
          <a:prstGeom prst="rect">
            <a:avLst/>
          </a:prstGeom>
          <a:solidFill>
            <a:srgbClr val="FABB8C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6">
                <a:solidFill>
                  <a:srgbClr val="000000"/>
                </a:solidFill>
                <a:latin typeface="Arial"/>
                <a:cs typeface="Arial"/>
              </a:rPr>
              <a:t>Sender Agent</a:t>
            </a:r>
            <a:endParaRPr/>
          </a:p>
        </p:txBody>
      </p:sp>
      <p:sp>
        <p:nvSpPr>
          <p:cNvPr id="7" name=""/>
          <p:cNvSpPr txBox="1"/>
          <p:nvPr/>
        </p:nvSpPr>
        <p:spPr bwMode="auto">
          <a:xfrm>
            <a:off x="7660317" y="2566998"/>
            <a:ext cx="1147247" cy="1502905"/>
          </a:xfrm>
          <a:prstGeom prst="rect">
            <a:avLst/>
          </a:prstGeom>
          <a:solidFill>
            <a:srgbClr val="FABB8C"/>
          </a:solidFill>
          <a:ln>
            <a:noFill/>
          </a:ln>
          <a:effectLst/>
        </p:spPr>
        <p:txBody>
          <a:bodyPr/>
          <a:lstStyle/>
          <a:p>
            <a:pPr algn="l">
              <a:defRPr/>
            </a:pPr>
            <a:r>
              <a:rPr sz="1200" b="1" cap="small" spc="56">
                <a:solidFill>
                  <a:srgbClr val="000000"/>
                </a:solidFill>
                <a:latin typeface="Arial"/>
                <a:cs typeface="Arial"/>
              </a:rPr>
              <a:t>Receiver Agent</a:t>
            </a:r>
            <a:endParaRPr/>
          </a:p>
        </p:txBody>
      </p:sp>
      <p:sp>
        <p:nvSpPr>
          <p:cNvPr id="8" name=""/>
          <p:cNvSpPr txBox="1"/>
          <p:nvPr/>
        </p:nvSpPr>
        <p:spPr bwMode="auto">
          <a:xfrm>
            <a:off x="4359325" y="3140082"/>
            <a:ext cx="883024" cy="60332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RNN</a:t>
            </a:r>
            <a:endParaRPr/>
          </a:p>
        </p:txBody>
      </p:sp>
      <p:sp>
        <p:nvSpPr>
          <p:cNvPr id="9" name=""/>
          <p:cNvSpPr/>
          <p:nvPr/>
        </p:nvSpPr>
        <p:spPr bwMode="auto">
          <a:xfrm flipV="1">
            <a:off x="4460119" y="3790561"/>
            <a:ext cx="0" cy="15119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" name=""/>
          <p:cNvSpPr/>
          <p:nvPr/>
        </p:nvSpPr>
        <p:spPr bwMode="auto">
          <a:xfrm>
            <a:off x="5241269" y="3441743"/>
            <a:ext cx="16198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"/>
          <p:cNvSpPr/>
          <p:nvPr/>
        </p:nvSpPr>
        <p:spPr bwMode="auto">
          <a:xfrm flipV="1">
            <a:off x="4460119" y="2986731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" name=""/>
          <p:cNvSpPr/>
          <p:nvPr/>
        </p:nvSpPr>
        <p:spPr bwMode="auto">
          <a:xfrm flipV="1">
            <a:off x="4798497" y="2986731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" name=""/>
          <p:cNvSpPr/>
          <p:nvPr/>
        </p:nvSpPr>
        <p:spPr bwMode="auto">
          <a:xfrm flipV="1">
            <a:off x="5140476" y="2991051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" name=""/>
          <p:cNvSpPr txBox="1"/>
          <p:nvPr/>
        </p:nvSpPr>
        <p:spPr bwMode="auto">
          <a:xfrm>
            <a:off x="6274404" y="3948950"/>
            <a:ext cx="1239401" cy="240007"/>
          </a:xfrm>
          <a:prstGeom prst="rect">
            <a:avLst/>
          </a:prstGeom>
          <a:noFill/>
          <a:ln w="19050">
            <a:solidFill>
              <a:srgbClr val="205967"/>
            </a:solidFill>
            <a:prstDash val="dash"/>
          </a:ln>
          <a:effectLst/>
        </p:spPr>
        <p:txBody>
          <a:bodyPr lIns="36004" tIns="36004" rIns="36004" bIns="36004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   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0   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1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&lt;eos&gt;</a:t>
            </a:r>
            <a:endParaRPr/>
          </a:p>
        </p:txBody>
      </p:sp>
      <p:sp>
        <p:nvSpPr>
          <p:cNvPr id="15" name=""/>
          <p:cNvSpPr/>
          <p:nvPr/>
        </p:nvSpPr>
        <p:spPr bwMode="auto">
          <a:xfrm>
            <a:off x="3974149" y="3428784"/>
            <a:ext cx="381575" cy="35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" name=""/>
          <p:cNvSpPr txBox="1"/>
          <p:nvPr/>
        </p:nvSpPr>
        <p:spPr bwMode="auto">
          <a:xfrm>
            <a:off x="3995748" y="3175000"/>
            <a:ext cx="434852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400"/>
              <a:t>h</a:t>
            </a:r>
            <a:r>
              <a:rPr sz="1400" baseline="-25000"/>
              <a:t>0</a:t>
            </a:r>
            <a:endParaRPr/>
          </a:p>
        </p:txBody>
      </p:sp>
      <p:sp>
        <p:nvSpPr>
          <p:cNvPr id="17" name=""/>
          <p:cNvSpPr txBox="1"/>
          <p:nvPr/>
        </p:nvSpPr>
        <p:spPr bwMode="auto">
          <a:xfrm>
            <a:off x="6436394" y="3117763"/>
            <a:ext cx="883024" cy="603321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91440" tIns="45720" rIns="91440" bIns="45720" anchor="ctr"/>
          <a:lstStyle/>
          <a:p>
            <a:pPr marL="0" algn="ctr">
              <a:defRPr/>
            </a:pPr>
            <a:r>
              <a:rPr sz="1400" strike="noStrike">
                <a:latin typeface="Cantarell"/>
                <a:cs typeface="Cantarell"/>
              </a:rPr>
              <a:t>RNN</a:t>
            </a:r>
            <a:endParaRPr/>
          </a:p>
        </p:txBody>
      </p:sp>
      <p:sp>
        <p:nvSpPr>
          <p:cNvPr id="18" name=""/>
          <p:cNvSpPr/>
          <p:nvPr/>
        </p:nvSpPr>
        <p:spPr bwMode="auto">
          <a:xfrm flipV="1">
            <a:off x="6537188" y="3768962"/>
            <a:ext cx="0" cy="15119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" name=""/>
          <p:cNvSpPr/>
          <p:nvPr/>
        </p:nvSpPr>
        <p:spPr bwMode="auto">
          <a:xfrm>
            <a:off x="7318339" y="3419424"/>
            <a:ext cx="341978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" name=""/>
          <p:cNvSpPr/>
          <p:nvPr/>
        </p:nvSpPr>
        <p:spPr bwMode="auto">
          <a:xfrm flipV="1">
            <a:off x="6537188" y="2964413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" name=""/>
          <p:cNvSpPr/>
          <p:nvPr/>
        </p:nvSpPr>
        <p:spPr bwMode="auto">
          <a:xfrm flipV="1">
            <a:off x="6875566" y="2964413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" name=""/>
          <p:cNvSpPr/>
          <p:nvPr/>
        </p:nvSpPr>
        <p:spPr bwMode="auto">
          <a:xfrm flipV="1">
            <a:off x="7217545" y="2968732"/>
            <a:ext cx="0" cy="15155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" name=""/>
          <p:cNvSpPr/>
          <p:nvPr/>
        </p:nvSpPr>
        <p:spPr bwMode="auto">
          <a:xfrm flipV="1">
            <a:off x="4802097" y="3783361"/>
            <a:ext cx="0" cy="15119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" name=""/>
          <p:cNvSpPr/>
          <p:nvPr/>
        </p:nvSpPr>
        <p:spPr bwMode="auto">
          <a:xfrm flipV="1">
            <a:off x="5140476" y="3772562"/>
            <a:ext cx="0" cy="15119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" name=""/>
          <p:cNvSpPr/>
          <p:nvPr/>
        </p:nvSpPr>
        <p:spPr bwMode="auto">
          <a:xfrm flipV="1">
            <a:off x="6875566" y="3768962"/>
            <a:ext cx="0" cy="15119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" name=""/>
          <p:cNvSpPr/>
          <p:nvPr/>
        </p:nvSpPr>
        <p:spPr bwMode="auto">
          <a:xfrm flipV="1">
            <a:off x="7217545" y="3772562"/>
            <a:ext cx="0" cy="15119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" name=""/>
          <p:cNvSpPr/>
          <p:nvPr/>
        </p:nvSpPr>
        <p:spPr bwMode="auto">
          <a:xfrm>
            <a:off x="5799234" y="4074943"/>
            <a:ext cx="475170" cy="0"/>
          </a:xfrm>
          <a:prstGeom prst="line">
            <a:avLst/>
          </a:prstGeom>
          <a:ln w="19050">
            <a:solidFill>
              <a:srgbClr val="205967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" name=""/>
          <p:cNvSpPr/>
          <p:nvPr/>
        </p:nvSpPr>
        <p:spPr bwMode="auto">
          <a:xfrm>
            <a:off x="5424857" y="2860738"/>
            <a:ext cx="392375" cy="0"/>
          </a:xfrm>
          <a:prstGeom prst="line">
            <a:avLst/>
          </a:prstGeom>
          <a:ln w="19050">
            <a:solidFill>
              <a:srgbClr val="205967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" name=""/>
          <p:cNvSpPr/>
          <p:nvPr/>
        </p:nvSpPr>
        <p:spPr bwMode="auto">
          <a:xfrm>
            <a:off x="5817233" y="2863619"/>
            <a:ext cx="0" cy="1207723"/>
          </a:xfrm>
          <a:prstGeom prst="line">
            <a:avLst/>
          </a:prstGeom>
          <a:ln w="19050">
            <a:solidFill>
              <a:srgbClr val="205967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" name=""/>
          <p:cNvSpPr txBox="1"/>
          <p:nvPr/>
        </p:nvSpPr>
        <p:spPr bwMode="auto">
          <a:xfrm>
            <a:off x="5774036" y="3244475"/>
            <a:ext cx="435932" cy="33564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600"/>
              <a:t>m</a:t>
            </a:r>
            <a:endParaRPr/>
          </a:p>
        </p:txBody>
      </p:sp>
      <p:sp>
        <p:nvSpPr>
          <p:cNvPr id="31" name=""/>
          <p:cNvSpPr txBox="1"/>
          <p:nvPr/>
        </p:nvSpPr>
        <p:spPr bwMode="auto">
          <a:xfrm>
            <a:off x="7307539" y="3163840"/>
            <a:ext cx="435932" cy="30515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sz="1400"/>
              <a:t>h</a:t>
            </a:r>
            <a:r>
              <a:rPr sz="1400" baseline="-25000"/>
              <a:t>n</a:t>
            </a:r>
            <a:endParaRPr/>
          </a:p>
        </p:txBody>
      </p:sp>
      <p:sp>
        <p:nvSpPr>
          <p:cNvPr id="32" name=""/>
          <p:cNvSpPr txBox="1"/>
          <p:nvPr/>
        </p:nvSpPr>
        <p:spPr bwMode="auto">
          <a:xfrm>
            <a:off x="4899291" y="1895640"/>
            <a:ext cx="1852443" cy="335642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INPUT</a:t>
            </a:r>
            <a:endParaRPr/>
          </a:p>
        </p:txBody>
      </p:sp>
      <p:sp>
        <p:nvSpPr>
          <p:cNvPr id="33" name=""/>
          <p:cNvSpPr txBox="1"/>
          <p:nvPr/>
        </p:nvSpPr>
        <p:spPr bwMode="auto">
          <a:xfrm>
            <a:off x="5054081" y="4571712"/>
            <a:ext cx="1543222" cy="579563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GROUND TRUTH</a:t>
            </a:r>
            <a:endParaRPr/>
          </a:p>
        </p:txBody>
      </p:sp>
      <p:sp>
        <p:nvSpPr>
          <p:cNvPr id="49" name=""/>
          <p:cNvSpPr/>
          <p:nvPr/>
        </p:nvSpPr>
        <p:spPr bwMode="auto">
          <a:xfrm>
            <a:off x="7779109" y="3153761"/>
            <a:ext cx="214294" cy="21429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" name=""/>
          <p:cNvSpPr/>
          <p:nvPr/>
        </p:nvSpPr>
        <p:spPr bwMode="auto">
          <a:xfrm>
            <a:off x="7779109" y="3489620"/>
            <a:ext cx="214294" cy="21429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" name=""/>
          <p:cNvSpPr/>
          <p:nvPr/>
        </p:nvSpPr>
        <p:spPr bwMode="auto">
          <a:xfrm>
            <a:off x="8067091" y="3320790"/>
            <a:ext cx="214294" cy="21429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" name=""/>
          <p:cNvSpPr/>
          <p:nvPr/>
        </p:nvSpPr>
        <p:spPr bwMode="auto">
          <a:xfrm>
            <a:off x="8067091" y="3004730"/>
            <a:ext cx="214294" cy="21429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" name=""/>
          <p:cNvSpPr/>
          <p:nvPr/>
        </p:nvSpPr>
        <p:spPr bwMode="auto">
          <a:xfrm>
            <a:off x="8067091" y="3621371"/>
            <a:ext cx="214294" cy="21429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" name=""/>
          <p:cNvSpPr/>
          <p:nvPr/>
        </p:nvSpPr>
        <p:spPr bwMode="auto">
          <a:xfrm>
            <a:off x="8373072" y="3313591"/>
            <a:ext cx="214294" cy="21429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" name=""/>
          <p:cNvSpPr/>
          <p:nvPr/>
        </p:nvSpPr>
        <p:spPr bwMode="auto">
          <a:xfrm flipV="1">
            <a:off x="5648044" y="-1163445"/>
            <a:ext cx="93594" cy="719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" name=""/>
          <p:cNvSpPr/>
          <p:nvPr/>
        </p:nvSpPr>
        <p:spPr bwMode="auto">
          <a:xfrm>
            <a:off x="5648044" y="-1156246"/>
            <a:ext cx="226785" cy="449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" name=""/>
          <p:cNvSpPr/>
          <p:nvPr/>
        </p:nvSpPr>
        <p:spPr bwMode="auto">
          <a:xfrm>
            <a:off x="7962698" y="3671768"/>
            <a:ext cx="104393" cy="575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" name=""/>
          <p:cNvSpPr/>
          <p:nvPr/>
        </p:nvSpPr>
        <p:spPr bwMode="auto">
          <a:xfrm>
            <a:off x="5720039" y="-1265679"/>
            <a:ext cx="154790" cy="1079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" name=""/>
          <p:cNvSpPr/>
          <p:nvPr/>
        </p:nvSpPr>
        <p:spPr bwMode="auto">
          <a:xfrm>
            <a:off x="8283078" y="3424464"/>
            <a:ext cx="89993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" name=""/>
          <p:cNvSpPr/>
          <p:nvPr/>
        </p:nvSpPr>
        <p:spPr bwMode="auto">
          <a:xfrm>
            <a:off x="3421584" y="2063390"/>
            <a:ext cx="0" cy="50360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" name=""/>
          <p:cNvSpPr/>
          <p:nvPr/>
        </p:nvSpPr>
        <p:spPr bwMode="auto">
          <a:xfrm>
            <a:off x="8236281" y="2063390"/>
            <a:ext cx="0" cy="503608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" name=""/>
          <p:cNvSpPr/>
          <p:nvPr/>
        </p:nvSpPr>
        <p:spPr bwMode="auto">
          <a:xfrm>
            <a:off x="8236281" y="4071343"/>
            <a:ext cx="0" cy="41397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" name=""/>
          <p:cNvSpPr/>
          <p:nvPr/>
        </p:nvSpPr>
        <p:spPr bwMode="auto">
          <a:xfrm>
            <a:off x="3421944" y="2065549"/>
            <a:ext cx="1981315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" name=""/>
          <p:cNvSpPr/>
          <p:nvPr/>
        </p:nvSpPr>
        <p:spPr bwMode="auto">
          <a:xfrm>
            <a:off x="6224007" y="2065549"/>
            <a:ext cx="2012273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" name=""/>
          <p:cNvSpPr/>
          <p:nvPr/>
        </p:nvSpPr>
        <p:spPr bwMode="auto">
          <a:xfrm>
            <a:off x="6436394" y="4863293"/>
            <a:ext cx="111232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" name=""/>
          <p:cNvSpPr txBox="1"/>
          <p:nvPr/>
        </p:nvSpPr>
        <p:spPr bwMode="auto">
          <a:xfrm>
            <a:off x="7613520" y="4571712"/>
            <a:ext cx="1240121" cy="579563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ctr">
              <a:defRPr/>
            </a:pPr>
            <a:r>
              <a:rPr sz="1600" b="1"/>
              <a:t>LOSS FUNCTION</a:t>
            </a:r>
            <a:endParaRPr/>
          </a:p>
        </p:txBody>
      </p:sp>
      <p:cxnSp>
        <p:nvCxnSpPr>
          <p:cNvPr id="71" name=""/>
          <p:cNvCxnSpPr>
            <a:cxnSpLocks/>
            <a:stCxn id="70" idx="3"/>
          </p:cNvCxnSpPr>
          <p:nvPr/>
        </p:nvCxnSpPr>
        <p:spPr bwMode="auto">
          <a:xfrm rot="0" flipH="1" flipV="1">
            <a:off x="8652088" y="3658465"/>
            <a:ext cx="201552" cy="1203028"/>
          </a:xfrm>
          <a:prstGeom prst="curvedConnector4">
            <a:avLst>
              <a:gd name="adj1" fmla="val -113419"/>
              <a:gd name="adj2" fmla="val 97205"/>
            </a:avLst>
          </a:prstGeom>
          <a:ln w="28575">
            <a:solidFill>
              <a:srgbClr val="C00000"/>
            </a:solidFill>
            <a:prstDash val="dash"/>
            <a:tailEnd type="triangle"/>
          </a:ln>
          <a:effectLst/>
        </p:spPr>
      </p:cxnSp>
      <p:sp>
        <p:nvSpPr>
          <p:cNvPr id="72" name=""/>
          <p:cNvSpPr txBox="1"/>
          <p:nvPr/>
        </p:nvSpPr>
        <p:spPr bwMode="auto">
          <a:xfrm>
            <a:off x="8153486" y="4035345"/>
            <a:ext cx="961859" cy="426933"/>
          </a:xfrm>
          <a:prstGeom prst="rect">
            <a:avLst/>
          </a:prstGeom>
          <a:noFill/>
          <a:ln>
            <a:noFill/>
          </a:ln>
          <a:effectLst/>
        </p:spPr>
        <p:txBody>
          <a:bodyPr lIns="91440" tIns="45720" rIns="91440" bIns="45720" anchor="t">
            <a:spAutoFit/>
          </a:bodyPr>
          <a:lstStyle/>
          <a:p>
            <a:pPr algn="r">
              <a:defRPr/>
            </a:pPr>
            <a:r>
              <a:rPr sz="1100">
                <a:solidFill>
                  <a:srgbClr val="C00000"/>
                </a:solidFill>
              </a:rPr>
              <a:t>back-propagation</a:t>
            </a:r>
            <a:endParaRPr/>
          </a:p>
        </p:txBody>
      </p:sp>
      <p:sp>
        <p:nvSpPr>
          <p:cNvPr id="73" name=""/>
          <p:cNvSpPr txBox="1"/>
          <p:nvPr/>
        </p:nvSpPr>
        <p:spPr bwMode="auto">
          <a:xfrm>
            <a:off x="4197334" y="2737626"/>
            <a:ext cx="1236161" cy="240007"/>
          </a:xfrm>
          <a:prstGeom prst="rect">
            <a:avLst/>
          </a:prstGeom>
          <a:noFill/>
          <a:ln w="19050">
            <a:solidFill>
              <a:srgbClr val="205967"/>
            </a:solidFill>
            <a:prstDash val="dash"/>
          </a:ln>
          <a:effectLst/>
        </p:spPr>
        <p:txBody>
          <a:bodyPr lIns="36004" tIns="36004" rIns="36004" bIns="36004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     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0    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m</a:t>
            </a:r>
            <a:r>
              <a:rPr sz="1100" strike="noStrike" baseline="-25000">
                <a:solidFill>
                  <a:srgbClr val="000000"/>
                </a:solidFill>
                <a:latin typeface="Cantarell"/>
                <a:cs typeface="Cantarell"/>
              </a:rPr>
              <a:t>1    </a:t>
            </a:r>
            <a:r>
              <a:rPr sz="1100" strike="noStrike">
                <a:solidFill>
                  <a:srgbClr val="000000"/>
                </a:solidFill>
                <a:latin typeface="Cantarell"/>
                <a:cs typeface="Cantarell"/>
              </a:rPr>
              <a:t>&lt;eos&gt;</a:t>
            </a:r>
            <a:endParaRPr/>
          </a:p>
        </p:txBody>
      </p:sp>
      <p:sp>
        <p:nvSpPr>
          <p:cNvPr id="74" name=""/>
          <p:cNvSpPr/>
          <p:nvPr/>
        </p:nvSpPr>
        <p:spPr bwMode="auto">
          <a:xfrm>
            <a:off x="6274404" y="3434183"/>
            <a:ext cx="161989" cy="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0" name=""/>
          <p:cNvCxnSpPr>
            <a:cxnSpLocks/>
            <a:stCxn id="49" idx="7"/>
            <a:endCxn id="52" idx="2"/>
          </p:cNvCxnSpPr>
          <p:nvPr/>
        </p:nvCxnSpPr>
        <p:spPr bwMode="auto">
          <a:xfrm rot="16199969" flipH="0" flipV="0">
            <a:off x="7977922" y="3095974"/>
            <a:ext cx="73266" cy="10507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09191" name=""/>
          <p:cNvCxnSpPr>
            <a:cxnSpLocks/>
            <a:stCxn id="51" idx="2"/>
            <a:endCxn id="50" idx="7"/>
          </p:cNvCxnSpPr>
          <p:nvPr/>
        </p:nvCxnSpPr>
        <p:spPr bwMode="auto">
          <a:xfrm rot="10799990" flipH="0" flipV="1">
            <a:off x="7962020" y="3427936"/>
            <a:ext cx="105070" cy="93065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651743" name=""/>
          <p:cNvCxnSpPr>
            <a:cxnSpLocks/>
            <a:stCxn id="49" idx="5"/>
            <a:endCxn id="53" idx="1"/>
          </p:cNvCxnSpPr>
          <p:nvPr/>
        </p:nvCxnSpPr>
        <p:spPr bwMode="auto">
          <a:xfrm rot="5399978" flipH="0" flipV="1">
            <a:off x="7872206" y="3426486"/>
            <a:ext cx="316081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626555" name=""/>
          <p:cNvCxnSpPr>
            <a:cxnSpLocks/>
            <a:stCxn id="50" idx="7"/>
            <a:endCxn id="52" idx="3"/>
          </p:cNvCxnSpPr>
          <p:nvPr/>
        </p:nvCxnSpPr>
        <p:spPr bwMode="auto">
          <a:xfrm rot="16199969" flipH="0" flipV="0">
            <a:off x="7863566" y="3286095"/>
            <a:ext cx="333361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9056380" name=""/>
          <p:cNvCxnSpPr>
            <a:cxnSpLocks/>
            <a:stCxn id="51" idx="2"/>
            <a:endCxn id="49" idx="5"/>
          </p:cNvCxnSpPr>
          <p:nvPr/>
        </p:nvCxnSpPr>
        <p:spPr bwMode="auto">
          <a:xfrm rot="10799990" flipH="0" flipV="0">
            <a:off x="7962020" y="3336672"/>
            <a:ext cx="105070" cy="91264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108558" name=""/>
          <p:cNvCxnSpPr>
            <a:cxnSpLocks/>
            <a:stCxn id="54" idx="1"/>
            <a:endCxn id="52" idx="5"/>
          </p:cNvCxnSpPr>
          <p:nvPr/>
        </p:nvCxnSpPr>
        <p:spPr bwMode="auto">
          <a:xfrm rot="16199969" flipH="0" flipV="1">
            <a:off x="8248562" y="3189081"/>
            <a:ext cx="157332" cy="154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0833501" name=""/>
          <p:cNvCxnSpPr>
            <a:cxnSpLocks/>
            <a:stCxn id="53" idx="7"/>
            <a:endCxn id="54" idx="3"/>
          </p:cNvCxnSpPr>
          <p:nvPr/>
        </p:nvCxnSpPr>
        <p:spPr bwMode="auto">
          <a:xfrm rot="16199969" flipH="0" flipV="0">
            <a:off x="8249102" y="3497401"/>
            <a:ext cx="156251" cy="154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6130604" name=""/>
          <p:cNvSpPr/>
          <p:nvPr/>
        </p:nvSpPr>
        <p:spPr bwMode="auto">
          <a:xfrm>
            <a:off x="3026454" y="3182558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421233" name=""/>
          <p:cNvSpPr/>
          <p:nvPr/>
        </p:nvSpPr>
        <p:spPr bwMode="auto">
          <a:xfrm>
            <a:off x="3026454" y="351841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3535095" name=""/>
          <p:cNvSpPr/>
          <p:nvPr/>
        </p:nvSpPr>
        <p:spPr bwMode="auto">
          <a:xfrm>
            <a:off x="3314436" y="334958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36469" name=""/>
          <p:cNvSpPr/>
          <p:nvPr/>
        </p:nvSpPr>
        <p:spPr bwMode="auto">
          <a:xfrm>
            <a:off x="3314436" y="3033527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1515968" name=""/>
          <p:cNvSpPr/>
          <p:nvPr/>
        </p:nvSpPr>
        <p:spPr bwMode="auto">
          <a:xfrm>
            <a:off x="3314436" y="3650168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312670" name=""/>
          <p:cNvSpPr/>
          <p:nvPr/>
        </p:nvSpPr>
        <p:spPr bwMode="auto">
          <a:xfrm>
            <a:off x="3620417" y="3342388"/>
            <a:ext cx="214293" cy="214293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273967" name=""/>
          <p:cNvSpPr/>
          <p:nvPr/>
        </p:nvSpPr>
        <p:spPr bwMode="auto">
          <a:xfrm>
            <a:off x="3210043" y="3700566"/>
            <a:ext cx="104392" cy="575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121629" name=""/>
          <p:cNvSpPr/>
          <p:nvPr/>
        </p:nvSpPr>
        <p:spPr bwMode="auto">
          <a:xfrm>
            <a:off x="3530423" y="3453261"/>
            <a:ext cx="8999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txBody>
          <a:bodyPr/>
          <a:lstStyle/>
          <a:p>
            <a:pPr>
              <a:defRPr/>
            </a:pPr>
            <a:endParaRPr/>
          </a:p>
        </p:txBody>
      </p:sp>
      <p:cxnSp>
        <p:nvCxnSpPr>
          <p:cNvPr id="464608297" name=""/>
          <p:cNvCxnSpPr>
            <a:cxnSpLocks/>
          </p:cNvCxnSpPr>
          <p:nvPr/>
        </p:nvCxnSpPr>
        <p:spPr bwMode="auto">
          <a:xfrm rot="16199969" flipH="0" flipV="0">
            <a:off x="3225267" y="3124773"/>
            <a:ext cx="73265" cy="105069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953108" name=""/>
          <p:cNvCxnSpPr>
            <a:cxnSpLocks/>
          </p:cNvCxnSpPr>
          <p:nvPr/>
        </p:nvCxnSpPr>
        <p:spPr bwMode="auto">
          <a:xfrm rot="5399978" flipH="0" flipV="1">
            <a:off x="3119551" y="3455283"/>
            <a:ext cx="31608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6033814" name=""/>
          <p:cNvCxnSpPr>
            <a:cxnSpLocks/>
          </p:cNvCxnSpPr>
          <p:nvPr/>
        </p:nvCxnSpPr>
        <p:spPr bwMode="auto">
          <a:xfrm rot="16199969" flipH="0" flipV="0">
            <a:off x="3110911" y="3314892"/>
            <a:ext cx="333360" cy="136452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133356" name=""/>
          <p:cNvCxnSpPr>
            <a:cxnSpLocks/>
          </p:cNvCxnSpPr>
          <p:nvPr/>
        </p:nvCxnSpPr>
        <p:spPr bwMode="auto">
          <a:xfrm rot="10799990" flipH="0" flipV="0">
            <a:off x="3209365" y="3365469"/>
            <a:ext cx="105069" cy="91263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9223121" name=""/>
          <p:cNvCxnSpPr>
            <a:cxnSpLocks/>
          </p:cNvCxnSpPr>
          <p:nvPr/>
        </p:nvCxnSpPr>
        <p:spPr bwMode="auto">
          <a:xfrm rot="16199969" flipH="0" flipV="1">
            <a:off x="3495907" y="3217878"/>
            <a:ext cx="157331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844913" name=""/>
          <p:cNvCxnSpPr>
            <a:cxnSpLocks/>
          </p:cNvCxnSpPr>
          <p:nvPr/>
        </p:nvCxnSpPr>
        <p:spPr bwMode="auto">
          <a:xfrm rot="16199969" flipH="0" flipV="0">
            <a:off x="3496447" y="3526198"/>
            <a:ext cx="156250" cy="154451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5025811" name=""/>
          <p:cNvCxnSpPr>
            <a:cxnSpLocks/>
            <a:stCxn id="1768421233" idx="7"/>
            <a:endCxn id="393535095" idx="2"/>
          </p:cNvCxnSpPr>
          <p:nvPr/>
        </p:nvCxnSpPr>
        <p:spPr bwMode="auto">
          <a:xfrm rot="16199969" flipH="0" flipV="0">
            <a:off x="3215368" y="3450732"/>
            <a:ext cx="93065" cy="10507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_">
  <a:themeElements>
    <a:clrScheme name="_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_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_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User Theme: 2">
  <a:themeElements>
    <a:clrScheme name="User Theme: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er Theme: 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User Theme: 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ONLYOFFICE/8.1.1.27</Application>
  <DocSecurity>0</DocSecurity>
  <PresentationFormat/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3</cp:revision>
  <dcterms:modified xsi:type="dcterms:W3CDTF">2024-10-05T12:04:49Z</dcterms:modified>
  <cp:category/>
  <cp:contentStatus/>
  <cp:version/>
</cp:coreProperties>
</file>